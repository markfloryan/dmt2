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0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1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429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3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34A6-C91A-6236-8C47-1EE87A38E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FA1C635-2C54-9B7E-1432-EEA3313AAA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A40684-18FF-B302-48CF-E12AF1B700D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Module 2! The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Context-Free Languages!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4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22409</TotalTime>
  <Words>790</Words>
  <Application>Microsoft Macintosh PowerPoint</Application>
  <PresentationFormat>Widescreen</PresentationFormat>
  <Paragraphs>124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Week 2: Tuesday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325</cp:revision>
  <dcterms:created xsi:type="dcterms:W3CDTF">2023-02-24T14:15:53Z</dcterms:created>
  <dcterms:modified xsi:type="dcterms:W3CDTF">2026-07-21T14:14:28Z</dcterms:modified>
</cp:coreProperties>
</file>