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4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31" r:id="rId19"/>
    <p:sldId id="532" r:id="rId20"/>
    <p:sldId id="533" r:id="rId21"/>
    <p:sldId id="534" r:id="rId22"/>
    <p:sldId id="51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77"/>
    <p:restoredTop sz="94310"/>
  </p:normalViewPr>
  <p:slideViewPr>
    <p:cSldViewPr snapToGrid="0" snapToObjects="1">
      <p:cViewPr varScale="1">
        <p:scale>
          <a:sx n="136" d="100"/>
          <a:sy n="136" d="100"/>
        </p:scale>
        <p:origin x="4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10/22/26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10/22/26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10/22/26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10/22/26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10/22/26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.xml"/><Relationship Id="rId1" Type="http://schemas.openxmlformats.org/officeDocument/2006/relationships/tags" Target="../tags/tag3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.xml"/><Relationship Id="rId1" Type="http://schemas.openxmlformats.org/officeDocument/2006/relationships/tags" Target="../tags/tag3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.xml"/><Relationship Id="rId1" Type="http://schemas.openxmlformats.org/officeDocument/2006/relationships/tags" Target="../tags/tag3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.xml"/><Relationship Id="rId1" Type="http://schemas.openxmlformats.org/officeDocument/2006/relationships/tags" Target="../tags/tag3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tags" Target="../tags/tag46.xml"/><Relationship Id="rId5" Type="http://schemas.openxmlformats.org/officeDocument/2006/relationships/tags" Target="../tags/tag45.xml"/><Relationship Id="rId4" Type="http://schemas.openxmlformats.org/officeDocument/2006/relationships/tags" Target="../tags/tag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C366-68C6-B99E-A0D0-678FDE6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1217C3C-6FB3-06C0-0FD1-3530A32B8CC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9 - Tuesday, Sep.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64CE9E-5521-80ED-A7CE-CF16BF5644C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this Thursday!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Already completed it? How did it go? Any logistics issues or software bugs?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not already taken it? Good luck! You got this!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Everybody should have a reservation by now. If you don’t then you need to do that ASAP!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Looks like we generally won’t be able to get that back to you in time for quizzes due to the quick turnaround time.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your responsibility to check your answers with others, use AI if necessary, or come to OH to talk to course staff to ensure you understand the concepts.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714086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45D5-A940-D9D4-B5C4-5763246C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768AEF2-414F-377F-6BA6-07B3ACC80F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10 - Thursday, Sep. 24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EF9F8FD-27B6-A362-EADF-4FC308C3CDC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done! 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grade one question manually. Grades will be returned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Need to brainstorm a regrades process which I will notify you about eventually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may have seen signups open for a makeup tomorrow. That is for students with prior permission only!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2034906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7E86E-46F1-D49E-DD52-52080C80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59EEE50-39CE-F54C-CEF6-D1A30575F7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11 - Tuesday, Sep.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212EBB3-5733-042E-DCB3-68685212587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on Thursday!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Being graded right now. Will release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I’m making an adjustment to the DFA question grades due to the “delete” issue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Both of your DFA scores will be set to the max of your DFA scores.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in two weeks! You will start signing up for your reservations for this NEXT week.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3257908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03C0C-304D-B99E-1C1F-EC74554DF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802D250-089E-6EED-6DCD-A9305CA473F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12 - Thursday, Oct.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2E55A73-4B71-D946-0490-88B2C052B65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5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module 1 is graded! You will get it back automatically at noon today. Questions available until next Tue.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homework is graded! Regrades open if you need it.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graded, but regrades are opened up as well if you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Details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your DFA scores should be equal. If not let Gustavo know.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a 78% (so pretty good. Not bad, not amazing…nothing to worry about I think). Remember you have a retake during final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will be practice test again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will finish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1393696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AF98F-5D4C-C155-02CF-379A3F22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BCC9806-9A4D-06A7-D9B6-6564A6C3C2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6968B68-3646-056B-2418-C9C325B5708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3631093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154A-AF40-1B7F-5FF2-FD761E053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B811BF6-01C9-2DEA-B252-3B0D0A562D4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13 - Thursday, Oct.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57FAE94-CA45-881D-F502-2BB27E98A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due. Study for your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given through today due to Fall Break, so many will come in tonight too.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 if you haven’t already!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NEXT week. If you are in the first group you will receive an email to sign up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…and every week moving forward.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4271825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0C10B-929E-07F4-E925-2FB913C57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3F996A0-D807-66FC-065A-2E1FAE17996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FF7C8A-7558-7C4A-E331-036DAB13627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Note there are new delete options (delete key, escape, right click)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2002638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56FAB-5D2E-4D8E-B411-7E285EE6C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5C926FF-CDDE-AC42-17E7-D298616E844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14 - Tuesday, Oct. 13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0BFC038-0D0C-4D31-F0FC-8BE9D80053DF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Take your quiz! Good luck!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…is happening this week. Some have already taken it but most will today and tomorrow.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previous slide if you still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THIS week. Did everybody receive the information about this? Any questions?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39391140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B3724-0C9F-9E3E-9AB4-BDB001948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D58DADC-48F3-23A8-6519-646245E548E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15 - Thursday, Oct.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E23B269-3FD5-28F1-6537-E9AA7A5DC1A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Take (took) your quiz! How did it go?!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Nothing! No quiz or assignments. Enjoy a little break (but keep coming to lecture!).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are able to begin your assignment for the following week, so why not get ahead of it!!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has been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…is happening this week. Most of you have already taken it. Any issues?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 THIS week.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233690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99F73-633F-DEE4-EAE3-10527E86A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0126199-B56C-0B66-BBEE-CAE6E886E5D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16 - Tuesday, Oct. 20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D6B7AFA-4355-DFE5-C67E-692D97E6816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749924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due! I **might** send you some Turing Machine practice for the upcoming quiz 3 though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can get started on your module 3 written assignment if you want.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assignment is due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is being graded right now.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started. This is week 2.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3276402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C3FD1-9453-8F40-90ED-F94E192F0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E74F5C0-8BC5-156D-1775-199724E8A0B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17 - Thursday, Oct.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81E031E-59BF-C8F6-FF32-BA05D16BCB1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74992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**will be** sending you some Turing Machine practice for the upcoming quiz 3 though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can get started on your module 3 written assignment if you want.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assignment is due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is graded! Will release automatically at noon today. Average was a 77%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can see the questions for 5 days like before.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started. This is week 2.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10909131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078317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93.8%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0943963"/>
              </p:ext>
            </p:extLst>
          </p:nvPr>
        </p:nvGraphicFramePr>
        <p:xfrm>
          <a:off x="2548834" y="3478771"/>
          <a:ext cx="72551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0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40.00%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49.78%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28.87%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06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47.63%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121299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819299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2045450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26684</TotalTime>
  <Words>3237</Words>
  <Application>Microsoft Macintosh PowerPoint</Application>
  <PresentationFormat>Widescreen</PresentationFormat>
  <Paragraphs>358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Lecture 9 - Tuesday, Sep. 22</vt:lpstr>
      <vt:lpstr>Lecture 10 - Thursday, Sep. 24</vt:lpstr>
      <vt:lpstr>Lecture 11 - Tuesday, Sep. 28</vt:lpstr>
      <vt:lpstr>Lecture 12 - Thursday, Oct. 1</vt:lpstr>
      <vt:lpstr>Quiz 2 – Question Summary</vt:lpstr>
      <vt:lpstr>Lecture 13 - Thursday, Oct. 7</vt:lpstr>
      <vt:lpstr>Quiz 2 – Question Summary</vt:lpstr>
      <vt:lpstr>Lecture 14 - Tuesday, Oct. 13</vt:lpstr>
      <vt:lpstr>Lecture 15 - Thursday, Oct. 15</vt:lpstr>
      <vt:lpstr>Lecture 16 - Tuesday, Oct. 20</vt:lpstr>
      <vt:lpstr>Lecture 17 - Thursday, Oct. 22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384</cp:revision>
  <dcterms:created xsi:type="dcterms:W3CDTF">2023-02-24T14:15:53Z</dcterms:created>
  <dcterms:modified xsi:type="dcterms:W3CDTF">2026-10-22T13:04:51Z</dcterms:modified>
</cp:coreProperties>
</file>