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0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1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34"/>
    <p:restoredTop sz="94305"/>
  </p:normalViewPr>
  <p:slideViewPr>
    <p:cSldViewPr snapToGrid="0" snapToObjects="1">
      <p:cViewPr varScale="1">
        <p:scale>
          <a:sx n="127" d="100"/>
          <a:sy n="127" d="100"/>
        </p:scale>
        <p:origin x="208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03C0C-304D-B99E-1C1F-EC74554D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802D250-089E-6EED-6DCD-A9305CA473F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12 - Thursday, Oct.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2E55A73-4B71-D946-0490-88B2C052B65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module 1 is graded! You will get it back automatically at noon today. Questions available until next Tue.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homework is graded! Regrades open if you need it.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graded, but regrades are opened up as well if you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Details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your DFA scores should be equal. If not let Gustavo know.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78% (so pretty good. Not bad, not amazing…nothing to worry about I think). Remember you have a retake during final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will be practice test again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will finish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139369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F98F-5D4C-C155-02CF-379A3F22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BCC9806-9A4D-06A7-D9B6-6564A6C3C2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6968B68-3646-056B-2418-C9C325B5708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3631093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154A-AF40-1B7F-5FF2-FD761E053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B811BF6-01C9-2DEA-B252-3B0D0A562D4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13 - Thursday, Oct.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57FAE94-CA45-881D-F502-2BB27E98A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due. Study for your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given through today due to Fall Break, so many will come in tonight too.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 if you haven’t already!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NEXT week. If you are in the first group you will receive an email to sign up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…and every week moving forward.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4271825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C10B-929E-07F4-E925-2FB913C57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3F996A0-D807-66FC-065A-2E1FAE1799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FF7C8A-7558-7C4A-E331-036DAB13627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Note there are new delete options (delete key, escape, right click)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2002638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857604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91.7%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1930671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49.78%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40.87%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51.17%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289945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5063589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0064502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26671</TotalTime>
  <Words>2515</Words>
  <Application>Microsoft Macintosh PowerPoint</Application>
  <PresentationFormat>Widescreen</PresentationFormat>
  <Paragraphs>288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Lecture 12 - Thursday, Oct. 1</vt:lpstr>
      <vt:lpstr>Quiz 2 – Question Summary</vt:lpstr>
      <vt:lpstr>Lecture 13 - Thursday, Oct. 7</vt:lpstr>
      <vt:lpstr>Quiz 2 – Question Summary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373</cp:revision>
  <dcterms:created xsi:type="dcterms:W3CDTF">2023-02-24T14:15:53Z</dcterms:created>
  <dcterms:modified xsi:type="dcterms:W3CDTF">2026-10-08T12:06:40Z</dcterms:modified>
</cp:coreProperties>
</file>