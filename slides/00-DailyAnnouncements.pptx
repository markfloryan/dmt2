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1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31" r:id="rId19"/>
    <p:sldId id="51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/>
    <p:restoredTop sz="94310"/>
  </p:normalViewPr>
  <p:slideViewPr>
    <p:cSldViewPr snapToGrid="0" snapToObjects="1">
      <p:cViewPr varScale="1">
        <p:scale>
          <a:sx n="127" d="100"/>
          <a:sy n="127" d="100"/>
        </p:scale>
        <p:origin x="192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4.xml"/><Relationship Id="rId1" Type="http://schemas.openxmlformats.org/officeDocument/2006/relationships/tags" Target="../tags/tag3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tags" Target="../tags/tag37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tags" Target="../tags/tag40.xml"/><Relationship Id="rId5" Type="http://schemas.openxmlformats.org/officeDocument/2006/relationships/tags" Target="../tags/tag39.xml"/><Relationship Id="rId4" Type="http://schemas.openxmlformats.org/officeDocument/2006/relationships/tags" Target="../tags/tag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2 - Thursday, Aug. 27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Any questions about course policies from last time?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one week from today (Thursday)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start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19291-25F8-18DA-FFB0-F2D78FAFA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245597-867F-85D8-54E8-C994C2B86CC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3 - Tuesday, Sep.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ADA2C73-9E49-295C-F482-FE94D3E2E9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THIS Thursday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Hopefully we get through enough material. Might be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try to finish module 0 which is a half review, half overview of what to expect in the course.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3160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B1675-49DF-67C9-1FAF-5C909136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BFB7E90-8A54-F2EA-2394-86E45E5E40A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4 - Thursday, Sep. 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211D196-1060-AFCA-137B-4611930C381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September, hopefully temp cools down soon?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you can get an extension by filling out form linked on HW page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we want count(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on_time_submissions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num_students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&gt;= -.75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 the subject of changing /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missing reservations…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108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C5B83-0D05-973D-10B8-618E40751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00A8CCF-6475-47C1-2674-1A77A783997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5 - Tuesday, Sep. 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AD7214A-D852-5E38-8C7E-1CA40550B5C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Weather is actually nice today! Hooray!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past due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Unless you took extension in which case you have until 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currently being graded. We will be spot grading some Qs for correctness.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make 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PrairieLearn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account NOW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is LIVE now. Make a reservation. You have until 9/11!!!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added a CBTF FAQ, contains info about changing reservations (check webpage)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(but we have some time before that arrives)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451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56D7-6C7F-69E1-753E-9EE25F6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5F6D1A-0C39-2701-2A7D-5A983C8D9AA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6 - Thursday, Sep. 10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D10984-63D9-8622-4339-6AC9C6AE47D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is almost graded. Sit tight.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 homework, but you can start working on module 1 written assignment!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CBTF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 classes now.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Practice Quiz extended through 9/15 if you want to do it still.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9/22 (week after next)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will release a practice quiz on Prairie Learn. It is for controls / procedure mostly, not really meant to be content rich. Will be released early next week.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Sign ups for the first real quiz in CBTF should start next week as well.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0830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F0E4-C58F-C5FB-CF85-889969DC2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0399C6-7F38-7C99-A332-AB14ABCE2E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7 - Tuesday, Sep. 15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51177BB-7848-6E8A-D293-654E3D3D78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returned! Let Thomas know if you have any questions or concerns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on Thursday!!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go in and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that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2166409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3385-6C8F-46CD-2B07-00E8119F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2A1F65C-6252-AE60-522B-8F061101A2E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417B98D-521A-B9E3-4522-F6B1F5050BA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19036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838D9-B8D7-F507-D47B-1AF6B185D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93D2CD9-D310-A2CA-CA72-21A0F92B43C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8 - Thursday, Sep. 17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6CF8E07-0366-E560-1D68-CEDF596389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850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Assignment for Module 1 is due 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Study for the first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Practice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have been invited to the Prairie Learn / Test. Please accept the invitation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Prairie Learn now has a practice quiz you can take to get used to the mechanics of the questions.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real quiz is NEXT week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open NOW on Prairie Test. Please login and make your reservation!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Overview of the questions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finish module 1 on regular languages.</a:t>
            </a:r>
          </a:p>
        </p:txBody>
      </p:sp>
    </p:spTree>
    <p:extLst>
      <p:ext uri="{BB962C8B-B14F-4D97-AF65-F5344CB8AC3E}">
        <p14:creationId xmlns:p14="http://schemas.microsoft.com/office/powerpoint/2010/main" val="3814814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361D6-9202-84D1-E2E7-BEA1121F7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28F14D2-1243-1FB6-5A32-4EE1964E57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1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CB7CA8AC-9611-9E9D-5F1E-A8227E9644F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Draw a DFA from description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 description, draw the DFA for that language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Write out regular expression from DFA (2 of these)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an image of a DFA, write the equivalent regular expression for it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TODAY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Prove a language is not regular by using the pumping lemma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study this concept on THURSDAY</a:t>
            </a:r>
          </a:p>
        </p:txBody>
      </p:sp>
    </p:spTree>
    <p:extLst>
      <p:ext uri="{BB962C8B-B14F-4D97-AF65-F5344CB8AC3E}">
        <p14:creationId xmlns:p14="http://schemas.microsoft.com/office/powerpoint/2010/main" val="223095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C366-68C6-B99E-A0D0-678FDE6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1217C3C-6FB3-06C0-0FD1-3530A32B8CC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9 - Tuesday, Sep. 22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B64CE9E-5521-80ED-A7CE-CF16BF5644C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this Thursday!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Already completed it? How did it go? Any logistics issues or software bugs?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Have not already taken it? Good luck! You got this!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Everybody should have a reservation by now. If you don’t then you need to do that ASAP!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Looks like we generally won’t be able to get that back to you in time for quizzes due to the quick turnaround time.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is your responsibility to check your answers with others, use AI if necessary, or come to OH to talk to course staff to ensure you understand the concepts.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714086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345D5-A940-D9D4-B5C4-5763246C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768AEF2-414F-377F-6BA6-07B3ACC80F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10 - Thursday, Sep. 24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2EF9F8FD-27B6-A362-EADF-4FC308C3CDC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1 is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Mon,Tue,Wed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at CBTF (good luck!)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Programming Assignment is due TONIGHT!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done! How did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need to grade one question manually. Grades will be returned next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Need to brainstorm a regrades process which I will notify you about eventually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may have seen signups open for a makeup tomorrow. That is for students with prior permission only!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have started working on the schedule for this. Stay tuned but be ready for this to begin very soon!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2034906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7E86E-46F1-D49E-DD52-52080C80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59EEE50-39CE-F54C-CEF6-D1A30575F7A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11 - Tuesday, Sep. 28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212EBB3-5733-042E-DCB3-68685212587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on Thursday!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Being graded right now. Will release on Thursday.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I’m making an adjustment to the DFA question grades due to the “delete” issue</a:t>
            </a:r>
          </a:p>
          <a:p>
            <a:pPr lvl="2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Both of your DFA scores will be set to the max of your DFA scores.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Mod. 1 homework is being graded right now.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Should be able to get that back to you shortly…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Is in two weeks! You will start signing up for your reservations for this NEXT week.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with 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3257908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03C0C-304D-B99E-1C1F-EC74554DF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802D250-089E-6EED-6DCD-A9305CA473F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12 - Thursday, Oct. 1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2E55A73-4B71-D946-0490-88B2C052B65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55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2 written assignment is due TONIGHT!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Fall break is next week (woohoo!)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module 1 is graded! You will get it back automatically at noon today. Questions available until next Tue.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homework is graded! Regrades open if you need it.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0 homework has been graded, but regrades are opened up as well if you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Details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Remember that your DFA scores should be equal. If not let Gustavo know.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a 78% (so pretty good. Not bad, not amazing…nothing to worry about I think). Remember you have a retake during final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will be practice test again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shaping up but I won’t have more concrete information until next week!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will finish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– Context-Free Grammars.</a:t>
            </a:r>
          </a:p>
        </p:txBody>
      </p:sp>
    </p:spTree>
    <p:extLst>
      <p:ext uri="{BB962C8B-B14F-4D97-AF65-F5344CB8AC3E}">
        <p14:creationId xmlns:p14="http://schemas.microsoft.com/office/powerpoint/2010/main" val="1393696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AF98F-5D4C-C155-02CF-379A3F22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BCC9806-9A4D-06A7-D9B6-6564A6C3C25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6968B68-3646-056B-2418-C9C325B5708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36310934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F154A-AF40-1B7F-5FF2-FD761E053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B811BF6-01C9-2DEA-B252-3B0D0A562D4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13 - Thursday, Oct.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F57FAE94-CA45-881D-F502-2BB27E98AC87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Nothing due. Study for your quiz!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being graded right now.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Extensions given through today due to Fall Break, so many will come in tonight too.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Regrades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Contact Gustavo (or visit his OH) if you want something looked at on your quiz. You can come to my OH too but please do not email me.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Reservations are available now. Please sign up on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PrairieTest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ASAP if you haven’t already!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is a practice test live now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the next slide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going to start NEXT week. If you are in the first group you will receive an email to sign up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…and every week moving forward.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begin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4271825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0C10B-929E-07F4-E925-2FB913C57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73F996A0-D807-66FC-065A-2E1FAE17996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Quiz 2 – Question Summary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FF7C8A-7558-7C4A-E331-036DAB13627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664842" y="1311217"/>
            <a:ext cx="8859140" cy="5202315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Q1: True / False Questions (10 of them)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 the entire module, may reference module 0 material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Q2-3: Grammar Derivation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grammar and string to derive, show the full derivation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Q4-5: Grammar Creation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construct a context-free grammar for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Q6: PDA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a language, draw a working PDA for it 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Note there are new delete options (delete key, escape, right click)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Q7: Closure Question (T/F style)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Given set X and Y and operation O. Does (X O Y) result in set Z</a:t>
            </a:r>
          </a:p>
        </p:txBody>
      </p:sp>
    </p:spTree>
    <p:extLst>
      <p:ext uri="{BB962C8B-B14F-4D97-AF65-F5344CB8AC3E}">
        <p14:creationId xmlns:p14="http://schemas.microsoft.com/office/powerpoint/2010/main" val="2002638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56FAB-5D2E-4D8E-B411-7E285EE6C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F5C926FF-CDDE-AC42-17E7-D298616E844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14 - Tuesday, Oct. 13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0BFC038-0D0C-4D31-F0FC-8BE9D80053DF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904876"/>
            <a:ext cx="9600522" cy="5953124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no laptops / phones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attendance policy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October! Best month of the year! Woo!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Take your quiz! Good luck!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Grading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homework is being graded right now.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Quiz Regrades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Contact Gustavo (or visit his OH) if you want something looked at on your quiz. You can come to my OH too but please do not email me.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Quiz 2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…is happening this week. Some have already taken it but most will today and tomorrow.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There is a practice test live now so you can become familiar with question format (not for question content…just format)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Question summary is on previous slide if you still need it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OH Check-Ins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is going to start THIS week. Did everybody receive the information about this? Any questions?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If you need to change weeks for a legitimate reason, email Elina (our OH head TA)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One change from what I told you: You will NOT be allowed to glance at your submission. Sorry.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These slides are linked on the course webpage “slides” page.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will continue Module 3 – Turing Machines.</a:t>
            </a:r>
          </a:p>
        </p:txBody>
      </p:sp>
    </p:spTree>
    <p:extLst>
      <p:ext uri="{BB962C8B-B14F-4D97-AF65-F5344CB8AC3E}">
        <p14:creationId xmlns:p14="http://schemas.microsoft.com/office/powerpoint/2010/main" val="39391140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Attendance Grade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7766819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92.3%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0943963"/>
              </p:ext>
            </p:extLst>
          </p:nvPr>
        </p:nvGraphicFramePr>
        <p:xfrm>
          <a:off x="2548834" y="3478771"/>
          <a:ext cx="7255124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0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70.65%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40.00%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49.78%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28.87%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N/A</a:t>
                      </a:r>
                      <a:endParaRPr lang="en-US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064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47.63%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078065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4289945"/>
              </p:ext>
            </p:extLst>
          </p:nvPr>
        </p:nvGraphicFramePr>
        <p:xfrm>
          <a:off x="8062617" y="1002659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11:00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1547853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Rectangle 3">
            <a:extLst>
              <a:ext uri="{FF2B5EF4-FFF2-40B4-BE49-F238E27FC236}">
                <a16:creationId xmlns:a16="http://schemas.microsoft.com/office/drawing/2014/main" id="{43CE6A2D-8C72-768E-6CFF-93DD583C6C2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787301" y="1994037"/>
            <a:ext cx="1436816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Connections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9CEB34F-A4E3-4330-CEB1-A4F0D4DE6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0064502"/>
              </p:ext>
            </p:extLst>
          </p:nvPr>
        </p:nvGraphicFramePr>
        <p:xfrm>
          <a:off x="8054758" y="1918631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26675</TotalTime>
  <Words>2737</Words>
  <Application>Microsoft Macintosh PowerPoint</Application>
  <PresentationFormat>Widescreen</PresentationFormat>
  <Paragraphs>307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Tw Cen MT</vt:lpstr>
      <vt:lpstr>Circuit</vt:lpstr>
      <vt:lpstr>CS3120 (DMT2) Daily Announcements</vt:lpstr>
      <vt:lpstr>Lecture 2 - Thursday, Aug. 27</vt:lpstr>
      <vt:lpstr>Lecture 3 - Tuesday, Sep. 1</vt:lpstr>
      <vt:lpstr>Lecture 4 - Thursday, Sep. 3</vt:lpstr>
      <vt:lpstr>Lecture 5 - Tuesday, Sep. 8</vt:lpstr>
      <vt:lpstr>Lecture 6 - Thursday, Sep. 10</vt:lpstr>
      <vt:lpstr>Lecture 7 - Tuesday, Sep. 15</vt:lpstr>
      <vt:lpstr>Quiz 1 – Question Summary</vt:lpstr>
      <vt:lpstr>Lecture 8 - Thursday, Sep. 17</vt:lpstr>
      <vt:lpstr>Quiz 1 – Question Summary</vt:lpstr>
      <vt:lpstr>Lecture 9 - Tuesday, Sep. 22</vt:lpstr>
      <vt:lpstr>Lecture 10 - Thursday, Sep. 24</vt:lpstr>
      <vt:lpstr>Lecture 11 - Tuesday, Sep. 28</vt:lpstr>
      <vt:lpstr>Lecture 12 - Thursday, Oct. 1</vt:lpstr>
      <vt:lpstr>Quiz 2 – Question Summary</vt:lpstr>
      <vt:lpstr>Lecture 13 - Thursday, Oct. 7</vt:lpstr>
      <vt:lpstr>Quiz 2 – Question Summary</vt:lpstr>
      <vt:lpstr>Lecture 14 - Tuesday, Oct. 13</vt:lpstr>
      <vt:lpstr>Status of Attendance Grade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375</cp:revision>
  <dcterms:created xsi:type="dcterms:W3CDTF">2023-02-24T14:15:53Z</dcterms:created>
  <dcterms:modified xsi:type="dcterms:W3CDTF">2026-10-13T13:04:53Z</dcterms:modified>
</cp:coreProperties>
</file>