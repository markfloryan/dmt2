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16"/>
  </p:notesMasterIdLst>
  <p:sldIdLst>
    <p:sldId id="256" r:id="rId2"/>
    <p:sldId id="505" r:id="rId3"/>
    <p:sldId id="516" r:id="rId4"/>
    <p:sldId id="517" r:id="rId5"/>
    <p:sldId id="518" r:id="rId6"/>
    <p:sldId id="519" r:id="rId7"/>
    <p:sldId id="520" r:id="rId8"/>
    <p:sldId id="521" r:id="rId9"/>
    <p:sldId id="522" r:id="rId10"/>
    <p:sldId id="523" r:id="rId11"/>
    <p:sldId id="524" r:id="rId12"/>
    <p:sldId id="525" r:id="rId13"/>
    <p:sldId id="526" r:id="rId14"/>
    <p:sldId id="515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498"/>
    <p:restoredTop sz="94310"/>
  </p:normalViewPr>
  <p:slideViewPr>
    <p:cSldViewPr snapToGrid="0" snapToObjects="1">
      <p:cViewPr varScale="1">
        <p:scale>
          <a:sx n="136" d="100"/>
          <a:sy n="136" d="100"/>
        </p:scale>
        <p:origin x="89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9/28/26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9/28/26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9/28/26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9/28/26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9/28/26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9/28/26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.xml"/><Relationship Id="rId1" Type="http://schemas.openxmlformats.org/officeDocument/2006/relationships/tags" Target="../tags/tag2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tags" Target="../tags/tag27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26.xml"/><Relationship Id="rId1" Type="http://schemas.openxmlformats.org/officeDocument/2006/relationships/tags" Target="../tags/tag25.xml"/><Relationship Id="rId6" Type="http://schemas.openxmlformats.org/officeDocument/2006/relationships/tags" Target="../tags/tag30.xml"/><Relationship Id="rId5" Type="http://schemas.openxmlformats.org/officeDocument/2006/relationships/tags" Target="../tags/tag29.xml"/><Relationship Id="rId4" Type="http://schemas.openxmlformats.org/officeDocument/2006/relationships/tags" Target="../tags/tag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2 - Thursday, Aug. 27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Any questions about course policies from last time?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one week from today (Thursday)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Hopefully we get through enough material. Might be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start module 0 which is a half review, half overview of what to expect in the course.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19291-25F8-18DA-FFB0-F2D78FAFA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C245597-867F-85D8-54E8-C994C2B86CC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3 - Tuesday, Sep. 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ADA2C73-9E49-295C-F482-FE94D3E2E9E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September, hopefully temp cools down soon?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THIS Thursday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Hopefully we get through enough material. Might be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try to finish module 0 which is a half review, half overview of what to expect in the course.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3160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B1675-49DF-67C9-1FAF-5C9091368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BFB7E90-8A54-F2EA-2394-86E45E5E40AC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4 - Thursday, Sep. 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211D196-1060-AFCA-137B-4611930C381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September, hopefully temp cools down soon?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that we want count(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on_time_submissions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num_students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&gt;= -.75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the subject of changing /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missing reservations…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31081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C5B83-0D05-973D-10B8-618E40751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00A8CCF-6475-47C1-2674-1A77A783997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5 - Tuesday, Sep. 8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AD7214A-D852-5E38-8C7E-1CA40550B5C7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Weather is actually nice today! Hooray!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past due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Unless you took extension in which case you have until tonight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is currently being graded. We will be spot grading some Qs for correctness.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homework, but you can start working on module 1 written assignment!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added a CBTF FAQ, contains info about changing reservations (check webpage)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4518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F56D7-6C7F-69E1-753E-9EE25F64A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65F6D1A-0C39-2701-2A7D-5A983C8D9AA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6 - Thursday, Sep. 10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BD10984-63D9-8622-4339-6AC9C6AE47D3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0 homework is almost graded. Sit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homework, but you can start working on module 1 written assignment!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 classes now. Please go in and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extended through 9/15 if you want to do it still.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(week after next)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will release a practice quiz on Prairie Learn. It is for controls / procedure mostly, not really meant to be content rich. Will be released early next week.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Sign ups for the first real quiz in CBTF should start next week as well.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08303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2F0E4-C58F-C5FB-CF85-889969DC2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20399C6-7F38-7C99-A332-AB14ABCE2E5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7 - Tuesday, Sep. 15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51177BB-7848-6E8A-D293-654E3D3D78A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0 homework has been returned! Let Thomas know if you have any questions or concerns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Assignment for Module 1 is due on Thursday!!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Study for the first quiz!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Test. Please go in and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Prairie Learn now has a practice quiz that you can take to get used to the mechanics of the questions.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NEXT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open NOW on Prairie Test. Please login and make your reservation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Overview of the questions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</p:txBody>
      </p:sp>
    </p:spTree>
    <p:extLst>
      <p:ext uri="{BB962C8B-B14F-4D97-AF65-F5344CB8AC3E}">
        <p14:creationId xmlns:p14="http://schemas.microsoft.com/office/powerpoint/2010/main" val="2166409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83385-6C8F-46CD-2B07-00E8119F8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2A1F65C-6252-AE60-522B-8F061101A2E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1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417B98D-521A-B9E3-4522-F6B1F5050BA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Draw a DFA from description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 description, draw the DFA for that language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Write out regular expression from DFA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an image of a DFA, write the equivalent regular expression for it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TODAY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Prove a language is not regular by using the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on THURSDAY</a:t>
            </a:r>
          </a:p>
        </p:txBody>
      </p:sp>
    </p:spTree>
    <p:extLst>
      <p:ext uri="{BB962C8B-B14F-4D97-AF65-F5344CB8AC3E}">
        <p14:creationId xmlns:p14="http://schemas.microsoft.com/office/powerpoint/2010/main" val="21903624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838D9-B8D7-F507-D47B-1AF6B185D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793D2CD9-D310-A2CA-CA72-21A0F92B43C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8 - Thursday, Sep. 17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6CF8E07-0366-E560-1D68-CEDF596389F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Assignment for Module 1 is due TONIGHT!!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Study for the first quiz!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Test. Please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Prairie Learn now has a practice quiz you can take to get used to the mechanics of the questions.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NEXT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open NOW on Prairie Test. Please login and make your reservation!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Overview of the questions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finish module 1 on regular languages.</a:t>
            </a:r>
          </a:p>
        </p:txBody>
      </p:sp>
    </p:spTree>
    <p:extLst>
      <p:ext uri="{BB962C8B-B14F-4D97-AF65-F5344CB8AC3E}">
        <p14:creationId xmlns:p14="http://schemas.microsoft.com/office/powerpoint/2010/main" val="38148147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361D6-9202-84D1-E2E7-BEA1121F7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28F14D2-1243-1FB6-5A32-4EE1964E579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1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B7CA8AC-9611-9E9D-5F1E-A8227E9644FC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Draw a DFA from description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 description, draw the DFA for that language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Write out regular expression from DFA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an image of a DFA, write the equivalent regular expression for it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TODAY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Prove a language is not regular by using the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on THURSDAY</a:t>
            </a:r>
          </a:p>
        </p:txBody>
      </p:sp>
    </p:spTree>
    <p:extLst>
      <p:ext uri="{BB962C8B-B14F-4D97-AF65-F5344CB8AC3E}">
        <p14:creationId xmlns:p14="http://schemas.microsoft.com/office/powerpoint/2010/main" val="2230955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C366-68C6-B99E-A0D0-678FDE634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1217C3C-6FB3-06C0-0FD1-3530A32B8CC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9 - Tuesday, Sep. 22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B64CE9E-5521-80ED-A7CE-CF16BF5644C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Mon,Tue,Wed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CBTF (good luck!)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Programming Assignment is due this Thursday!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Already completed it? How did it go? Any logistics issues or software bugs?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Have not already taken it? Good luck! You got this!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Everybody should have a reservation by now. If you don’t then you need to do that ASAP!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homework is being graded right now.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Looks like we generally won’t be able to get that back to you in time for quizzes due to the quick turnaround time.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is your responsibility to check your answers with others, use AI if necessary, or come to OH to talk to course staff to ensure you understand the concepts.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have started working on the schedule for this. Stay tuned but be ready for this to begin very soon!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begin 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7140869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345D5-A940-D9D4-B5C4-5763246CE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768AEF2-414F-377F-6BA6-07B3ACC80F4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10 - Thursday, Sep. 24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2EF9F8FD-27B6-A362-EADF-4FC308C3CDCC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Mon,Tue,Wed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CBTF (good luck!)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Programming Assignment is due TONIGHT!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Is done! How did it go?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need to grade one question manually. Grades will be returned next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Need to brainstorm a regrades process which I will notify you about eventually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may have seen signups open for a makeup tomorrow. That is for students with prior permission only!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homework is being graded right now.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Should be able to get that back to you shortly…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have started working on the schedule for this. Stay tuned but be ready for this to begin very soon!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20349063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7E86E-46F1-D49E-DD52-52080C80B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59EEE50-39CE-F54C-CEF6-D1A30575F7A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11 - Tuesday, Sep. 28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5212EBB3-5733-042E-DCB3-68685212587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2 written assignment is due on Thursday!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Fall break is next week (woohoo!)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Being graded right now. Will release on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I’m making an adjustment to the DFA question grades due to the “delete” issue</a:t>
            </a:r>
          </a:p>
          <a:p>
            <a:pPr lvl="2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Both of your DFA scores will be set to the max of your DFA scores.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homework is being graded right now.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Should be able to get that back to you shortly…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Is in two weeks! You will start signing up for your reservations for this NEXT week.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is shaping up but I won’t have more concrete information until next week!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32579080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Attendance Grade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1075703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2536635"/>
              </p:ext>
            </p:extLst>
          </p:nvPr>
        </p:nvGraphicFramePr>
        <p:xfrm>
          <a:off x="2548834" y="3478771"/>
          <a:ext cx="7255124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0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70.65%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40.00%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N/A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40641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396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55.55%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078065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1303257"/>
              </p:ext>
            </p:extLst>
          </p:nvPr>
        </p:nvGraphicFramePr>
        <p:xfrm>
          <a:off x="8062617" y="1002659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11:00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1374298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Rectangle 3">
            <a:extLst>
              <a:ext uri="{FF2B5EF4-FFF2-40B4-BE49-F238E27FC236}">
                <a16:creationId xmlns:a16="http://schemas.microsoft.com/office/drawing/2014/main" id="{43CE6A2D-8C72-768E-6CFF-93DD583C6C20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6787301" y="1994037"/>
            <a:ext cx="1436816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b="1" i="1" u="sng" dirty="0">
                <a:latin typeface="Arial" panose="020B0604020202020204" pitchFamily="34" charset="0"/>
                <a:cs typeface="Arial" panose="020B0604020202020204" pitchFamily="34" charset="0"/>
              </a:rPr>
              <a:t>Connections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9CEB34F-A4E3-4330-CEB1-A4F0D4DE6D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4872950"/>
              </p:ext>
            </p:extLst>
          </p:nvPr>
        </p:nvGraphicFramePr>
        <p:xfrm>
          <a:off x="8054758" y="1918631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25377</TotalTime>
  <Words>1866</Words>
  <Application>Microsoft Macintosh PowerPoint</Application>
  <PresentationFormat>Widescreen</PresentationFormat>
  <Paragraphs>225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Tw Cen MT</vt:lpstr>
      <vt:lpstr>Circuit</vt:lpstr>
      <vt:lpstr>CS3120 (DMT2) Daily Announcements</vt:lpstr>
      <vt:lpstr>Lecture 2 - Thursday, Aug. 27</vt:lpstr>
      <vt:lpstr>Lecture 3 - Tuesday, Sep. 1</vt:lpstr>
      <vt:lpstr>Lecture 4 - Thursday, Sep. 3</vt:lpstr>
      <vt:lpstr>Lecture 5 - Tuesday, Sep. 8</vt:lpstr>
      <vt:lpstr>Lecture 6 - Thursday, Sep. 10</vt:lpstr>
      <vt:lpstr>Lecture 7 - Tuesday, Sep. 15</vt:lpstr>
      <vt:lpstr>Quiz 1 – Question Summary</vt:lpstr>
      <vt:lpstr>Lecture 8 - Thursday, Sep. 17</vt:lpstr>
      <vt:lpstr>Quiz 1 – Question Summary</vt:lpstr>
      <vt:lpstr>Lecture 9 - Tuesday, Sep. 22</vt:lpstr>
      <vt:lpstr>Lecture 10 - Thursday, Sep. 24</vt:lpstr>
      <vt:lpstr>Lecture 11 - Tuesday, Sep. 28</vt:lpstr>
      <vt:lpstr>Status of Attendance Grade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366</cp:revision>
  <dcterms:created xsi:type="dcterms:W3CDTF">2023-02-24T14:15:53Z</dcterms:created>
  <dcterms:modified xsi:type="dcterms:W3CDTF">2026-09-28T19:35:52Z</dcterms:modified>
</cp:coreProperties>
</file>