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5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1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23"/>
  </p:normalViewPr>
  <p:slideViewPr>
    <p:cSldViewPr snapToGrid="0" snapToObjects="1">
      <p:cViewPr varScale="1">
        <p:scale>
          <a:sx n="154" d="100"/>
          <a:sy n="154" d="100"/>
        </p:scale>
        <p:origin x="216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35108-5DE0-F56C-A093-6B988124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F0084C3-7F85-DE07-9B8B-D0EB83CD271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0298A0A-9001-9A51-0658-572427FE3E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Yesterday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Swing by OH if you want/need to discuss.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(and likely finish)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616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22413</TotalTime>
  <Words>1387</Words>
  <Application>Microsoft Macintosh PowerPoint</Application>
  <PresentationFormat>Widescreen</PresentationFormat>
  <Paragraphs>189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Week 3: Wednesday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334</cp:revision>
  <dcterms:created xsi:type="dcterms:W3CDTF">2023-02-24T14:15:53Z</dcterms:created>
  <dcterms:modified xsi:type="dcterms:W3CDTF">2026-07-29T14:07:02Z</dcterms:modified>
</cp:coreProperties>
</file>