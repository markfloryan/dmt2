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4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1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98"/>
    <p:restoredTop sz="94303"/>
  </p:normalViewPr>
  <p:slideViewPr>
    <p:cSldViewPr snapToGrid="0" snapToObjects="1">
      <p:cViewPr varScale="1">
        <p:scale>
          <a:sx n="153" d="100"/>
          <a:sy n="153" d="100"/>
        </p:scale>
        <p:origin x="200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02690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694611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70.65%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389918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19426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5271694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25368</TotalTime>
  <Words>1532</Words>
  <Application>Microsoft Macintosh PowerPoint</Application>
  <PresentationFormat>Widescreen</PresentationFormat>
  <Paragraphs>192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362</cp:revision>
  <dcterms:created xsi:type="dcterms:W3CDTF">2023-02-24T14:15:53Z</dcterms:created>
  <dcterms:modified xsi:type="dcterms:W3CDTF">2026-09-21T12:25:16Z</dcterms:modified>
</cp:coreProperties>
</file>