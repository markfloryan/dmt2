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7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1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23"/>
  </p:normalViewPr>
  <p:slideViewPr>
    <p:cSldViewPr snapToGrid="0" snapToObjects="1">
      <p:cViewPr varScale="1">
        <p:scale>
          <a:sx n="154" d="100"/>
          <a:sy n="154" d="100"/>
        </p:scale>
        <p:origin x="21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1.xml"/><Relationship Id="rId4" Type="http://schemas.openxmlformats.org/officeDocument/2006/relationships/tags" Target="../tags/tag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6F58D-69F9-3FD8-B596-684A1EE3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FE0E98E-440D-A6DC-4BB5-67CCF9090E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DEF098-3261-365D-A7B1-B2749ECA313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9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1DC1-D043-BCC2-19DD-FAAB1A48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F890841-263F-5C8C-2DFD-FC060A248FC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BA29AE7-1631-7B6D-8956-0225A60DB4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29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35108-5DE0-F56C-A093-6B988124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F0084C3-7F85-DE07-9B8B-D0EB83CD271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0298A0A-9001-9A51-0658-572427FE3E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Yesterday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Swing by OH if you want/need to discuss.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(and likely finish)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616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8D8E0-B735-8684-FF09-D3F676BF9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33A718E-398E-54E8-A22D-9E35487F9D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27CEE8E-A31C-8018-BDDC-F65ABA484A1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decided to have 2/3 module 2 material, only 1/3 module 3.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won’t be able to hold my OH after class today (sorry!)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Another meeting came up that I cannot miss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pause and review for the exam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716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574A-7DD4-13AA-21AE-C41D6DC66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6E6182E-FB84-1025-DD07-D031D935218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3AD5080-21F1-77E4-2468-4EF17E752A9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81764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 is graded, we will go over 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21.8/29 (~75%). Much better. Std. Dev. Was 6.43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3 Written Assignment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2964696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22417</TotalTime>
  <Words>1680</Words>
  <Application>Microsoft Macintosh PowerPoint</Application>
  <PresentationFormat>Widescreen</PresentationFormat>
  <Paragraphs>221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Week 3: Monday</vt:lpstr>
      <vt:lpstr>Week 3: Tuesday</vt:lpstr>
      <vt:lpstr>Week 3: Wednesday</vt:lpstr>
      <vt:lpstr>Week 3: Thursday</vt:lpstr>
      <vt:lpstr>Week 4: Friday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339</cp:revision>
  <dcterms:created xsi:type="dcterms:W3CDTF">2023-02-24T14:15:53Z</dcterms:created>
  <dcterms:modified xsi:type="dcterms:W3CDTF">2026-08-03T13:28:33Z</dcterms:modified>
</cp:coreProperties>
</file>