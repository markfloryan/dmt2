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2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1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29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3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8F547-80A0-B12F-366F-50F54D4D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0FFDE4-28E6-0BF7-0008-3ED194373D1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F7EF8C-18CE-1D0E-479E-3E9FC7C8309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I’ve decided to drop the midterm time limit to 1hr 15min.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in line with the length of a midterm during the normal semester.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and begin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9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22410</TotalTime>
  <Words>1023</Words>
  <Application>Microsoft Macintosh PowerPoint</Application>
  <PresentationFormat>Widescreen</PresentationFormat>
  <Paragraphs>150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Week 2: Thursday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328</cp:revision>
  <dcterms:created xsi:type="dcterms:W3CDTF">2023-02-24T14:15:53Z</dcterms:created>
  <dcterms:modified xsi:type="dcterms:W3CDTF">2026-07-23T13:57:39Z</dcterms:modified>
</cp:coreProperties>
</file>