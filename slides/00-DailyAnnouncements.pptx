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7"/>
  </p:notesMasterIdLst>
  <p:sldIdLst>
    <p:sldId id="256" r:id="rId2"/>
    <p:sldId id="505" r:id="rId3"/>
    <p:sldId id="516" r:id="rId4"/>
    <p:sldId id="517" r:id="rId5"/>
    <p:sldId id="515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429"/>
    <p:restoredTop sz="94249"/>
  </p:normalViewPr>
  <p:slideViewPr>
    <p:cSldViewPr snapToGrid="0" snapToObjects="1">
      <p:cViewPr varScale="1">
        <p:scale>
          <a:sx n="136" d="100"/>
          <a:sy n="136" d="100"/>
        </p:scale>
        <p:origin x="36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7/16/26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7/16/26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7/16/26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7/16/26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7/16/26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7/16/26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11.xml"/><Relationship Id="rId4" Type="http://schemas.openxmlformats.org/officeDocument/2006/relationships/tags" Target="../tags/tag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Tuesday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Tomorrow evening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I’ll start properly taking attendance today.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finish our warm-up / module 0 material today and hopefully begin module 1 (where the class REALLY begins)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32411-328E-66E8-E6F4-EF539979C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6CDF740-7CD2-4A8A-F4A5-5B9BBC68854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9392D12-A499-BDA8-BD1E-87BBE9A531A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Tonight!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begin module 1 today (the real class begins).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will likely take us at least the rest of this week to get through.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255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DD5C3-86C3-C7EE-D5BD-294A52F15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3FBB78A-EE2B-4915-3BB5-0642F7776F8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Thursday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96409BF-2B2C-9B95-39C5-A3B9EEEF888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was due last night!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How’d it go?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continue module 1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will likely take us at least the rest of this week to get through.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7214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Curve Data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0329912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71.4%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840390"/>
              </p:ext>
            </p:extLst>
          </p:nvPr>
        </p:nvGraphicFramePr>
        <p:xfrm>
          <a:off x="2548834" y="3478771"/>
          <a:ext cx="725512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71.4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48.0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48.3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52.5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45.5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53.0%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455136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1723403"/>
              </p:ext>
            </p:extLst>
          </p:nvPr>
        </p:nvGraphicFramePr>
        <p:xfrm>
          <a:off x="8062617" y="1379730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3:30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929332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19.0%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3FCAE82-CCB9-8659-B5FE-5D1BF385BBC8}"/>
              </a:ext>
            </a:extLst>
          </p:cNvPr>
          <p:cNvSpPr txBox="1"/>
          <p:nvPr/>
        </p:nvSpPr>
        <p:spPr>
          <a:xfrm>
            <a:off x="7156351" y="2877504"/>
            <a:ext cx="3708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 to find updated numbers for this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07ADA1-B890-D978-E211-014AAEC1357B}"/>
              </a:ext>
            </a:extLst>
          </p:cNvPr>
          <p:cNvCxnSpPr>
            <a:endCxn id="7" idx="1"/>
          </p:cNvCxnSpPr>
          <p:nvPr/>
        </p:nvCxnSpPr>
        <p:spPr>
          <a:xfrm>
            <a:off x="6345138" y="2712359"/>
            <a:ext cx="811213" cy="34981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18213</TotalTime>
  <Words>422</Words>
  <Application>Microsoft Macintosh PowerPoint</Application>
  <PresentationFormat>Widescreen</PresentationFormat>
  <Paragraphs>82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Tw Cen MT</vt:lpstr>
      <vt:lpstr>Circuit</vt:lpstr>
      <vt:lpstr>CS3120 (DMT2) Daily Announcements</vt:lpstr>
      <vt:lpstr>Week 1: Tuesday</vt:lpstr>
      <vt:lpstr>Week 1: Wednesday</vt:lpstr>
      <vt:lpstr>Week 1: Thursday</vt:lpstr>
      <vt:lpstr>Status of Curve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321</cp:revision>
  <dcterms:created xsi:type="dcterms:W3CDTF">2023-02-24T14:15:53Z</dcterms:created>
  <dcterms:modified xsi:type="dcterms:W3CDTF">2026-07-16T13:48:48Z</dcterms:modified>
</cp:coreProperties>
</file>