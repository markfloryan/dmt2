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0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1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841"/>
    <p:restoredTop sz="94328"/>
  </p:normalViewPr>
  <p:slideViewPr>
    <p:cSldViewPr snapToGrid="0" snapToObjects="1">
      <p:cViewPr varScale="1">
        <p:scale>
          <a:sx n="92" d="100"/>
          <a:sy n="92" d="100"/>
        </p:scale>
        <p:origin x="200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79659-F574-827E-92B7-225709E9D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5F88625-BA0B-8EBF-195D-55F9260D71F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17: Thursday, Nov 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B51AFA1-4F7B-9CE5-A64F-1DA5BDAEE74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being graded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should get your grade / feedback this evening. Stay tuned!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23014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CC1B-C90A-4358-7DFC-E35774461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407FFB-7DE3-1D4A-C7F9-92B125FDAD0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18: Tuesday, Nov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4F1EDA9-B5F6-B35E-B6CC-809EA183A34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Late submissions being graded.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returned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will be turned on this week, stay tuned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4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30149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9113513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77.7%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274515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39.4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758510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857016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22.2%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18198</TotalTime>
  <Words>2394</Words>
  <Application>Microsoft Macintosh PowerPoint</Application>
  <PresentationFormat>Widescreen</PresentationFormat>
  <Paragraphs>278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Lecture 17: Thursday, Nov 6</vt:lpstr>
      <vt:lpstr>Lecture 18: Tuesday, Nov 11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308</cp:revision>
  <dcterms:created xsi:type="dcterms:W3CDTF">2023-02-24T14:15:53Z</dcterms:created>
  <dcterms:modified xsi:type="dcterms:W3CDTF">2025-11-11T14:04:28Z</dcterms:modified>
</cp:coreProperties>
</file>