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0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1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9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First homework 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D8E0-B735-8684-FF09-D3F676BF9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33A718E-398E-54E8-A22D-9E35487F9D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27CEE8E-A31C-8018-BDDC-F65ABA484A1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decided to have 2/3 module 2 material, only 1/3 module 3.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won’t be able to hold my OH after class today (sorry!)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Another meeting came up that I cannot miss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pause and review for the exam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716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574A-7DD4-13AA-21AE-C41D6D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6E6182E-FB84-1025-DD07-D031D935218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3AD5080-21F1-77E4-2468-4EF17E752A9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81764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is graded, we will go over 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21.8/29 (~75%). Much better. Std. Dev. Was 6.43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96469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5EF10-6888-E692-EC0E-E22AA95EE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D13B91B-2499-5DD1-51FA-8147BD4394A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AAE769C-A2E8-39C0-5203-E8796D9F1BE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was Due Yesterday!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623573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A09B-DA9F-894B-F506-51083C339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C33BCF7-B01D-80BC-4B64-D376CA2C19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F41845A-8A12-2A3F-54E8-B921FD223F8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3414554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1A3B7-0E46-46DA-743E-0F0F408BB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E3CEFF-4634-D587-57D8-9D6DA9ACB8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62A1FE-7504-C23A-9807-32B84970964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Lecture 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the last module and possibly review if time.</a:t>
            </a:r>
          </a:p>
        </p:txBody>
      </p:sp>
    </p:spTree>
    <p:extLst>
      <p:ext uri="{BB962C8B-B14F-4D97-AF65-F5344CB8AC3E}">
        <p14:creationId xmlns:p14="http://schemas.microsoft.com/office/powerpoint/2010/main" val="669073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22424</TotalTime>
  <Words>2104</Words>
  <Application>Microsoft Macintosh PowerPoint</Application>
  <PresentationFormat>Widescreen</PresentationFormat>
  <Paragraphs>270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Week 3: Thursday</vt:lpstr>
      <vt:lpstr>Week 4: Monday</vt:lpstr>
      <vt:lpstr>Week 4: Tuesday</vt:lpstr>
      <vt:lpstr>Week 4: Wednesday</vt:lpstr>
      <vt:lpstr>Week 4: Thursday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343</cp:revision>
  <dcterms:created xsi:type="dcterms:W3CDTF">2023-02-24T14:15:53Z</dcterms:created>
  <dcterms:modified xsi:type="dcterms:W3CDTF">2026-08-06T14:23:28Z</dcterms:modified>
</cp:coreProperties>
</file>