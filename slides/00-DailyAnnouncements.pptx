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9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1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314"/>
    <p:restoredTop sz="94328"/>
  </p:normalViewPr>
  <p:slideViewPr>
    <p:cSldViewPr snapToGrid="0" snapToObjects="1">
      <p:cViewPr varScale="1">
        <p:scale>
          <a:sx n="100" d="100"/>
          <a:sy n="100" d="100"/>
        </p:scale>
        <p:origin x="192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5.xml"/><Relationship Id="rId4" Type="http://schemas.openxmlformats.org/officeDocument/2006/relationships/tags" Target="../tags/tag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Tuesday, Sep 2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Sorry for missing. I could literally only whisper and sort of screech yell.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recording was about alphabets, strings, functions. Any questions?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1 and start talking about bijections and sizes of sets. Short module, should be done today or Thursday.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A1C1-74ED-23F1-75FA-FC2ABD66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DF7C322-969D-DF71-3530-1647CD1F2C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Thursday, Sep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75D85D9-C9C8-43EC-3A73-16C518CA64C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NEXT week. Schedule is finalized (or close to) on website.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3718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0B1A-BFF3-A32F-3B9C-B80933BA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A34AA6-4298-337A-326D-724E5336D3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Tuesday, Sep 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6A7F3C2-3852-79DE-DAF1-6BC608BE8C5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THIS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to try not to use extensions unless you absolutely need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Begins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29067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CFD4-6876-8A61-ADFF-B6FA19181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9B033B-F4A4-E000-DB85-D8029F399E6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Thursday, Sep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FE823F3-6D86-F92E-F94A-567C01F8D54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try to be on time for this first one. We are aiming for &gt;75% on time!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said he will try to record if he is able in that room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module 2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07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96B5F-6683-D7D6-0F56-F07D111D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C3258A8-FFED-846F-0C01-8681E0C98C3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Tuesday, Sep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EE4C4AB-A46E-FD4A-C65B-D8EA0C8113D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period through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OH: Make sure to glance at Piazza for office hour changes / cancellations before attending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don’t want you to make a wasteful trip. We will try not to change OH too often!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THIS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decided not to record (room was annoying to setup and worried about attendance dropping if recorded…sorry)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have started. Any issues with that?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41803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8FD63-F2C8-6BA9-B681-B941DE68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4A42E4A-4F40-DF08-0015-4E99F92B728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Tuesday, Sep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5F096BC-936A-901A-0B51-A56E8CD5572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was last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plan (hope) to have it graded tomorrow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274483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C757-6691-85BD-663D-1D76AACF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574F87F-3A8E-FF64-9CB1-2364183208C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Thursday, Sep 25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8B599B9-A2DB-A288-D017-08B2E5DA957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 (and possibly finish)</a:t>
            </a:r>
          </a:p>
        </p:txBody>
      </p:sp>
    </p:spTree>
    <p:extLst>
      <p:ext uri="{BB962C8B-B14F-4D97-AF65-F5344CB8AC3E}">
        <p14:creationId xmlns:p14="http://schemas.microsoft.com/office/powerpoint/2010/main" val="376354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C395-8DBC-9BA8-3727-56502AEF2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87A9AFD-41AC-B9DF-6535-F7CC3FB6E2B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Tuesday, Sep 30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68F8F3-88C4-8250-F78C-8417AC935A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open (see email for details / dates)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(and start module 3)</a:t>
            </a:r>
          </a:p>
        </p:txBody>
      </p:sp>
    </p:spTree>
    <p:extLst>
      <p:ext uri="{BB962C8B-B14F-4D97-AF65-F5344CB8AC3E}">
        <p14:creationId xmlns:p14="http://schemas.microsoft.com/office/powerpoint/2010/main" val="206560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8F31-4C84-AC80-5B71-5C80270D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7B890CE-291F-CF87-AB00-564F45A1A85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Thursday, Oct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A78CEC4-04CE-3F71-9681-B9D020ED19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due tonight. How is it going so far?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regrades are still open for a bit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THN E316 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1136558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8675-F727-23EA-93E3-E5ABFA0D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0FDF9E-8DE2-D56B-DC31-8C4DAF349B2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Tuesday, Oct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7FD271-027D-205F-95AA-90811D39A40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HW is in, should have feedback to you by quiz if on time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THIS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253265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1F1-ED65-C1C6-12A3-A7CF1C495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2F0AA3A-89C2-E6C4-B0BF-4188D0DA06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</a:t>
            </a:r>
            <a:r>
              <a:rPr lang="en-US" dirty="0" err="1"/>
              <a:t>THursday</a:t>
            </a:r>
            <a:r>
              <a:rPr lang="en-US" dirty="0"/>
              <a:t>, Oct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4D5F4B-0536-401B-BC7E-2DD7E5A2FC8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took quiz 2 – It will be graded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Try to finish it on time please.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841879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C37F-F769-C8DA-A516-4D62E338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28AA7C4-A23C-62F3-A9EA-DEFF9A0077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</a:t>
            </a:r>
            <a:r>
              <a:rPr lang="en-US" dirty="0" err="1"/>
              <a:t>TUesday</a:t>
            </a:r>
            <a:r>
              <a:rPr lang="en-US" dirty="0"/>
              <a:t>, Oct 21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D812F3F-2BFB-D2A5-B299-10F808427CB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(late period)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282431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01BE-7E43-9717-7945-031EFF39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4BEBF37-2531-651A-E46A-04891275F7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Thursday, Oct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B4247-9E8E-5088-6E9F-A5F5CF4BC2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Still working through a few but almost done!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start module 4!</a:t>
            </a:r>
          </a:p>
        </p:txBody>
      </p:sp>
    </p:spTree>
    <p:extLst>
      <p:ext uri="{BB962C8B-B14F-4D97-AF65-F5344CB8AC3E}">
        <p14:creationId xmlns:p14="http://schemas.microsoft.com/office/powerpoint/2010/main" val="314343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CC90-C038-61B0-A430-1AA2843C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8802C-A6A8-7CC8-AA1B-F4CE0A5D626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Tuesday, Oct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DF67CEA-DD1D-FB82-B7D1-3F2DB37FB5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is leveling up to level 4!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being graded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procedure as last times…you should know the drill by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73582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79659-F574-827E-92B7-225709E9D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F88625-BA0B-8EBF-195D-55F9260D71F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17: Thursday, Nov 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B51AFA1-4F7B-9CE5-A64F-1DA5BDAEE74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being graded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get your grade / feedback this evening. Stay tuned!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230144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13205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76.4%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274515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39.4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--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250296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72301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23.5%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18197</TotalTime>
  <Words>2270</Words>
  <Application>Microsoft Macintosh PowerPoint</Application>
  <PresentationFormat>Widescreen</PresentationFormat>
  <Paragraphs>264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Tw Cen MT</vt:lpstr>
      <vt:lpstr>Circuit</vt:lpstr>
      <vt:lpstr>CS3120 (DMT2) Daily Announcements</vt:lpstr>
      <vt:lpstr>Lecture 3: Tuesday, Sep 2</vt:lpstr>
      <vt:lpstr>Lecture 4: Thursday, Sep 4</vt:lpstr>
      <vt:lpstr>Lecture 5: Tuesday, Sep 9</vt:lpstr>
      <vt:lpstr>Lecture 6: Thursday, Sep 11</vt:lpstr>
      <vt:lpstr>Lecture 7: Tuesday, Sep 16</vt:lpstr>
      <vt:lpstr>Lecture 8: Tuesday, Sep 23</vt:lpstr>
      <vt:lpstr>Lecture 9: Thursday, Sep 25</vt:lpstr>
      <vt:lpstr>Lecture 10: Tuesday, Sep 30</vt:lpstr>
      <vt:lpstr>Lecture 11: Thursday, Oct 2</vt:lpstr>
      <vt:lpstr>Lecture 12: Tuesday, Oct 7</vt:lpstr>
      <vt:lpstr>Lecture 13: THursday, Oct 16</vt:lpstr>
      <vt:lpstr>Lecture 14: TUesday, Oct 21</vt:lpstr>
      <vt:lpstr>Lecture 15: Thursday, Oct 23</vt:lpstr>
      <vt:lpstr>Lecture 16: Tuesday, Oct 28</vt:lpstr>
      <vt:lpstr>Lecture 17: Thursday, Nov 6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306</cp:revision>
  <dcterms:created xsi:type="dcterms:W3CDTF">2023-02-24T14:15:53Z</dcterms:created>
  <dcterms:modified xsi:type="dcterms:W3CDTF">2025-11-06T13:59:38Z</dcterms:modified>
</cp:coreProperties>
</file>