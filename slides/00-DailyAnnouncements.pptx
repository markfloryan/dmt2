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6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35" r:id="rId23"/>
    <p:sldId id="536" r:id="rId24"/>
    <p:sldId id="51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/>
    <p:restoredTop sz="94315"/>
  </p:normalViewPr>
  <p:slideViewPr>
    <p:cSldViewPr snapToGrid="0" snapToObjects="1">
      <p:cViewPr varScale="1">
        <p:scale>
          <a:sx n="135" d="100"/>
          <a:sy n="135" d="100"/>
        </p:scale>
        <p:origin x="5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4.xml"/><Relationship Id="rId1" Type="http://schemas.openxmlformats.org/officeDocument/2006/relationships/tags" Target="../tags/tag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724-0C9F-9E3E-9AB4-BDB00194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D58DADC-48F3-23A8-6519-646245E548E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15 - Thursday, Oct.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E23B269-3FD5-28F1-6537-E9AA7A5DC1A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(took) your quiz! How did it go?!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Nothing! No quiz or assignments. Enjoy a little break (but keep coming to lecture!).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are able to begin your assignment for the following week, so why not get ahead of it!!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has been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Most of you have already taken it. Any issues?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 THIS week.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23369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9F73-633F-DEE4-EAE3-10527E8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0126199-B56C-0B66-BBEE-CAE6E886E5D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16 - Tuesday, Oct. 20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D6B7AFA-4355-DFE5-C67E-692D97E6816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 I **might** send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being graded right now.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276402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C3FD1-9453-8F40-90ED-F94E192F0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E74F5C0-8BC5-156D-1775-199724E8A0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17 - Thursday, Oct.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1E031E-59BF-C8F6-FF32-BA05D16BCB1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**will be** sending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graded! Will release automatically at noon today. Average was a 77%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see the questions for 5 days like before.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090913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13A2-92B5-1119-9B17-3598755EA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8B09F22-9EF3-8DC4-81D5-1EA0F5AC859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18 - Tuesday, Oct. 27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92D55C4-DD3C-4706-DA16-B9A0E4DD13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Homework 3 is due on Thursday! Good luck!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sent you some Turing Machine practice for the upcoming quiz 3. Make sure you do that.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two weeks: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 next week (and no class on Tuesday = election 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after that is exam 3 (sorry I incorrectly said exam 3 was next week)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Everything is graded right now. Hooray!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regrades? Come see me in person or email / visit Gustavo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3.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Elina will be sending out reminders. You need to not miss your scheduled time!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find module 3 -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367325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C36CF-83DD-F439-E115-431C8A1C9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15EF06D-35E6-7C60-04DB-BD340AAD029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19 - Thursday, Oct. 29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FE92C74-81F4-2FCD-101C-14B174C188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Homework 3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sent you some Turing Machine practice for the upcoming quiz 3. Make sure you do that.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two weeks: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 next week (and no class on Tuesday = election 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after that is exam 3 (sorry I incorrectly said exam 3 was next week)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Everything is graded right now. Hooray!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regrades? Come see me in person or email / visit Gustavo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3.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Elina will be sending out reminders. You need to not miss your scheduled time!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review module 3 by going over old exam questions.</a:t>
            </a:r>
          </a:p>
        </p:txBody>
      </p:sp>
    </p:spTree>
    <p:extLst>
      <p:ext uri="{BB962C8B-B14F-4D97-AF65-F5344CB8AC3E}">
        <p14:creationId xmlns:p14="http://schemas.microsoft.com/office/powerpoint/2010/main" val="950976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627336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94.4%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42674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16064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349229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26691</TotalTime>
  <Words>3614</Words>
  <Application>Microsoft Macintosh PowerPoint</Application>
  <PresentationFormat>Widescreen</PresentationFormat>
  <Paragraphs>394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Lecture 15 - Thursday, Oct. 15</vt:lpstr>
      <vt:lpstr>Lecture 16 - Tuesday, Oct. 20</vt:lpstr>
      <vt:lpstr>Lecture 17 - Thursday, Oct. 22</vt:lpstr>
      <vt:lpstr>Lecture 18 - Tuesday, Oct. 27</vt:lpstr>
      <vt:lpstr>Lecture 19 - Thursday, Oct. 29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390</cp:revision>
  <dcterms:created xsi:type="dcterms:W3CDTF">2023-02-24T14:15:53Z</dcterms:created>
  <dcterms:modified xsi:type="dcterms:W3CDTF">2026-10-29T13:07:50Z</dcterms:modified>
</cp:coreProperties>
</file>