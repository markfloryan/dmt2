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8"/>
  </p:notesMasterIdLst>
  <p:sldIdLst>
    <p:sldId id="256" r:id="rId2"/>
    <p:sldId id="505" r:id="rId3"/>
    <p:sldId id="516" r:id="rId4"/>
    <p:sldId id="517" r:id="rId5"/>
    <p:sldId id="518" r:id="rId6"/>
    <p:sldId id="51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2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258091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850331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165+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86.06%-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054325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797728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0910900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22445</TotalTime>
  <Words>663</Words>
  <Application>Microsoft Macintosh PowerPoint</Application>
  <PresentationFormat>Widescreen</PresentationFormat>
  <Paragraphs>110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354</cp:revision>
  <dcterms:created xsi:type="dcterms:W3CDTF">2023-02-24T14:15:53Z</dcterms:created>
  <dcterms:modified xsi:type="dcterms:W3CDTF">2026-09-08T12:48:45Z</dcterms:modified>
</cp:coreProperties>
</file>