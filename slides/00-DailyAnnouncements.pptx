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9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1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1"/>
    <p:restoredTop sz="94223"/>
  </p:normalViewPr>
  <p:slideViewPr>
    <p:cSldViewPr snapToGrid="0" snapToObjects="1">
      <p:cViewPr varScale="1">
        <p:scale>
          <a:sx n="154" d="100"/>
          <a:sy n="154" d="100"/>
        </p:scale>
        <p:origin x="216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8/5/26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8/5/26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8/5/26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8/5/26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8/5/26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8/5/26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5.xml"/><Relationship Id="rId4" Type="http://schemas.openxmlformats.org/officeDocument/2006/relationships/tags" Target="../tags/tag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3EF14-B052-5E3A-8D08-B0118A24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323A48-AB50-B349-6F02-2114F4A6D3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9696856-70BF-C0BE-54A8-02E39A481C9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End of week 1!!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in extension period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Written HW is due next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probably finish the module on Monday but you can get started over the weekend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 aware there is a programming assignment due on Thursday as well!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doubt we will finish it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03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0D86-CB61-694B-AA47-6AB7A197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77F11AF-F344-C8D4-C139-9305CB2B84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B649171-4125-074F-B3EE-CC029B85A7F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“graded”. Remember that this was a spot-check grade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Tuesday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should finish module 1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78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534A6-C91A-6236-8C47-1EE87A38E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FA1C635-2C54-9B7E-1432-EEA3313AAA2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2A40684-18FF-B302-48CF-E12AF1B700D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Module 2! The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Context-Free Languages!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40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3DD8-4F8B-8749-5855-A11573B8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4F0431-C398-C850-F3EC-F25D9C4D7F3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0F36F83-327D-A4E3-9A28-E1CB7B524C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2! The Context-Free Languages!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308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8F547-80A0-B12F-366F-50F54D4D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80FFDE4-28E6-0BF7-0008-3ED194373D1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9F7EF8C-18CE-1D0E-479E-3E9FC7C8309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I’ve decided to drop the midterm time limit to 1hr 15min.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More in line with the length of a midterm during the normal semester.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and begin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98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6F58D-69F9-3FD8-B596-684A1EE3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FE0E98E-440D-A6DC-4BB5-67CCF9090E6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DEF098-3261-365D-A7B1-B2749ECA313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4932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B1DC1-D043-BCC2-19DD-FAAB1A48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F890841-263F-5C8C-2DFD-FC060A248FC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BA29AE7-1631-7B6D-8956-0225A60DB4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29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35108-5DE0-F56C-A093-6B9881249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F0084C3-7F85-DE07-9B8B-D0EB83CD271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0298A0A-9001-9A51-0658-572427FE3E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3 going strong!! More than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Yesterday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Swing by OH if you want/need to discuss.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(and likely finish)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616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8D8E0-B735-8684-FF09-D3F676BF9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33A718E-398E-54E8-A22D-9E35487F9D4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27CEE8E-A31C-8018-BDDC-F65ABA484A1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3 going strong!! More than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decided to have 2/3 module 2 material, only 1/3 module 3.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won’t be able to hold my OH after class today (sorry!)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Another meeting came up that I cannot miss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pause and review for the exam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8716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574A-7DD4-13AA-21AE-C41D6DC66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6E6182E-FB84-1025-DD07-D031D935218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4: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3AD5080-21F1-77E4-2468-4EF17E752A9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81764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week! You got this!!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 is graded, we will go over 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21.8/29 (~75%). Much better. Std. Dev. Was 6.43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3 Written Assignment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 Due THURSDAY 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 is on Friday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is only through Friday night (sorry) because I want to get final grades in Saturday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the full class period (10:30-12:45)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cover the entire course, with an emphasis on modules 3 (Turing Machines) and 4 (Complexity Theory)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the last module</a:t>
            </a:r>
          </a:p>
        </p:txBody>
      </p:sp>
    </p:spTree>
    <p:extLst>
      <p:ext uri="{BB962C8B-B14F-4D97-AF65-F5344CB8AC3E}">
        <p14:creationId xmlns:p14="http://schemas.microsoft.com/office/powerpoint/2010/main" val="2964696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5EF10-6888-E692-EC0E-E22AA95EE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D13B91B-2499-5DD1-51FA-8147BD4394A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4: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AAE769C-A2E8-39C0-5203-E8796D9F1BEE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475368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week! You got this!!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3 Written Assignment was Due Yesterday!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 Due THURSDAY 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 is on Friday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is only through Friday night (sorry) because I want to get final grades in Saturday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the full class period (10:30-12:45)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cover the entire course, with an emphasis on modules 3 (Turing Machines) and 4 (Complexity Theory)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last module</a:t>
            </a:r>
          </a:p>
        </p:txBody>
      </p:sp>
    </p:spTree>
    <p:extLst>
      <p:ext uri="{BB962C8B-B14F-4D97-AF65-F5344CB8AC3E}">
        <p14:creationId xmlns:p14="http://schemas.microsoft.com/office/powerpoint/2010/main" val="2623573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AA09B-DA9F-894B-F506-51083C339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C33BCF7-B01D-80BC-4B64-D376CA2C198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4: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F41845A-8A12-2A3F-54E8-B921FD223F8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475368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week! You got this!!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 Due THURSDAY 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 is on Friday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is only through Friday night (sorry) because I want to get final grades in Saturday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the full class period (10:30-12:45)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cover the entire course, with an emphasis on modules 3 (Turing Machines) and 4 (Complexity Theory)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the last module</a:t>
            </a:r>
          </a:p>
        </p:txBody>
      </p:sp>
    </p:spTree>
    <p:extLst>
      <p:ext uri="{BB962C8B-B14F-4D97-AF65-F5344CB8AC3E}">
        <p14:creationId xmlns:p14="http://schemas.microsoft.com/office/powerpoint/2010/main" val="34145540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22424</TotalTime>
  <Words>1964</Words>
  <Application>Microsoft Macintosh PowerPoint</Application>
  <PresentationFormat>Widescreen</PresentationFormat>
  <Paragraphs>254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Week 1: Friday</vt:lpstr>
      <vt:lpstr>Week 2: Monday</vt:lpstr>
      <vt:lpstr>Week 2: Tuesday</vt:lpstr>
      <vt:lpstr>Week 2: Wednesday</vt:lpstr>
      <vt:lpstr>Week 2: Thursday</vt:lpstr>
      <vt:lpstr>Week 3: Monday</vt:lpstr>
      <vt:lpstr>Week 3: Tuesday</vt:lpstr>
      <vt:lpstr>Week 3: Wednesday</vt:lpstr>
      <vt:lpstr>Week 3: Thursday</vt:lpstr>
      <vt:lpstr>Week 4: Monday</vt:lpstr>
      <vt:lpstr>Week 4: Tuesday</vt:lpstr>
      <vt:lpstr>Week 4: Wednesday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341</cp:revision>
  <dcterms:created xsi:type="dcterms:W3CDTF">2023-02-24T14:15:53Z</dcterms:created>
  <dcterms:modified xsi:type="dcterms:W3CDTF">2026-08-05T12:27:45Z</dcterms:modified>
</cp:coreProperties>
</file>