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6"/>
  </p:notesMasterIdLst>
  <p:sldIdLst>
    <p:sldId id="256" r:id="rId2"/>
    <p:sldId id="505" r:id="rId3"/>
    <p:sldId id="516" r:id="rId4"/>
    <p:sldId id="515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29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3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7/15/26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7/15/26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9.xml"/><Relationship Id="rId4" Type="http://schemas.openxmlformats.org/officeDocument/2006/relationships/tags" Target="../tags/tag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18213</TotalTime>
  <Words>295</Words>
  <Application>Microsoft Macintosh PowerPoint</Application>
  <PresentationFormat>Widescreen</PresentationFormat>
  <Paragraphs>70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319</cp:revision>
  <dcterms:created xsi:type="dcterms:W3CDTF">2023-02-24T14:15:53Z</dcterms:created>
  <dcterms:modified xsi:type="dcterms:W3CDTF">2026-07-15T13:12:41Z</dcterms:modified>
</cp:coreProperties>
</file>