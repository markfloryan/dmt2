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3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1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61"/>
    <p:restoredTop sz="94237"/>
  </p:normalViewPr>
  <p:slideViewPr>
    <p:cSldViewPr snapToGrid="0" snapToObjects="1">
      <p:cViewPr varScale="1">
        <p:scale>
          <a:sx n="147" d="100"/>
          <a:sy n="147" d="100"/>
        </p:scale>
        <p:origin x="3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tags" Target="../tags/tag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9659-F574-827E-92B7-225709E9D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F88625-BA0B-8EBF-195D-55F9260D71F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17: Thursday, Nov 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B51AFA1-4F7B-9CE5-A64F-1DA5BDAEE74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being graded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get your grade / feedback this evening. Stay tuned!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23014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CC1B-C90A-4358-7DFC-E35774461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407FFB-7DE3-1D4A-C7F9-92B125FDAD0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18: Tuesday, Nov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4F1EDA9-B5F6-B35E-B6CC-809EA183A34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will be turned on this week, stay tuned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30149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FCE47-66D0-107F-1672-4B55CC033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2877BCB-7397-1989-7746-FED26A14C58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19: Thursday, Nov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739E882-6477-8F3F-56E7-1EBC906FA01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ON and turn of tomorrow (Friday) at noon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today!!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NOT do #7, we will go over the solution today together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4!</a:t>
            </a:r>
          </a:p>
        </p:txBody>
      </p:sp>
    </p:spTree>
    <p:extLst>
      <p:ext uri="{BB962C8B-B14F-4D97-AF65-F5344CB8AC3E}">
        <p14:creationId xmlns:p14="http://schemas.microsoft.com/office/powerpoint/2010/main" val="213561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22F-8802-3EE7-3F33-955A15C4F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C9D42C-A043-14E8-9BFE-BCD3C1335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20: Tuesday, Nov 18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78D9B83-FDA6-29E7-D5E8-77EBC602083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fully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being graded. On time submissions should be done soon.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now off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start module 5!</a:t>
            </a:r>
          </a:p>
        </p:txBody>
      </p:sp>
    </p:spTree>
    <p:extLst>
      <p:ext uri="{BB962C8B-B14F-4D97-AF65-F5344CB8AC3E}">
        <p14:creationId xmlns:p14="http://schemas.microsoft.com/office/powerpoint/2010/main" val="3104379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38F1E-7944-D904-AC91-F2DF01303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9FDBA25-8A31-DAB3-BDC4-69B4C57BBA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22: Tuesday, Dec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2DBF0D6-4CDC-61F5-42C5-35E957026A1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being graded (late submissions)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4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bit lower this time but not bad at all.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Everyone watch the recorded lecture from last Tuesday?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final exam is on Saturday Dec. 13 from 7-10pm.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section will be in Rice 130!! NOT our normal classroom.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 will take cumulative, quiz 5, and up to two of quiz 1-4 retakes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Chase will hold a final exam review session!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Dec. 10 at 4-5pm in Mec 205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start module 5!</a:t>
            </a:r>
          </a:p>
        </p:txBody>
      </p:sp>
    </p:spTree>
    <p:extLst>
      <p:ext uri="{BB962C8B-B14F-4D97-AF65-F5344CB8AC3E}">
        <p14:creationId xmlns:p14="http://schemas.microsoft.com/office/powerpoint/2010/main" val="2552700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407215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75.0%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7553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20.0%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18207</TotalTime>
  <Words>2807</Words>
  <Application>Microsoft Macintosh PowerPoint</Application>
  <PresentationFormat>Widescreen</PresentationFormat>
  <Paragraphs>321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Lecture 17: Thursday, Nov 6</vt:lpstr>
      <vt:lpstr>Lecture 18: Tuesday, Nov 11</vt:lpstr>
      <vt:lpstr>Lecture 19: Thursday, Nov 13</vt:lpstr>
      <vt:lpstr>Lecture 20: Tuesday, Nov 18</vt:lpstr>
      <vt:lpstr>Lecture 22: Tuesday, Dec 2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315</cp:revision>
  <dcterms:created xsi:type="dcterms:W3CDTF">2023-02-24T14:15:53Z</dcterms:created>
  <dcterms:modified xsi:type="dcterms:W3CDTF">2025-12-02T13:47:24Z</dcterms:modified>
</cp:coreProperties>
</file>