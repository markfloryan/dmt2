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5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1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98"/>
    <p:restoredTop sz="94310"/>
  </p:normalViewPr>
  <p:slideViewPr>
    <p:cSldViewPr snapToGrid="0" snapToObjects="1">
      <p:cViewPr varScale="1">
        <p:scale>
          <a:sx n="136" d="100"/>
          <a:sy n="136" d="100"/>
        </p:scale>
        <p:origin x="89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9/24/26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9/24/26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9/24/26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9/24/26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9/24/26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9/24/26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B1675-49DF-67C9-1FAF-5C909136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FB7E90-8A54-F2EA-2394-86E45E5E40A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4 - Thursday, Sep. 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211D196-1060-AFCA-137B-4611930C381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we want count(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on_time_submissions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num_students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&gt;= -.75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the subject of changing /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missing reservations…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08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C5B83-0D05-973D-10B8-618E40751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00A8CCF-6475-47C1-2674-1A77A783997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5 - Tuesday, Sep. 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AD7214A-D852-5E38-8C7E-1CA40550B5C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Weather is actually nice today! Hooray!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past due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Unless you took extension in which case you have until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currently being graded. We will be spot grading some Qs for correctness.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added a CBTF FAQ, contains info about changing reservations (check webpage)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451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56D7-6C7F-69E1-753E-9EE25F6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5F6D1A-0C39-2701-2A7D-5A983C8D9AA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6 - Thursday, Sep. 10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D10984-63D9-8622-4339-6AC9C6AE47D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is almost graded. Sit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 classes now.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extended through 9/15 if you want to do it still.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(week after next)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will release a practice quiz on Prairie Learn. It is for controls / procedure mostly, not really meant to be content rich. Will be released early next week.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Sign ups for the first real quiz in CBTF should start next week as well.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0830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2F0E4-C58F-C5FB-CF85-889969DC2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0399C6-7F38-7C99-A332-AB14ABCE2E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7 - Tuesday, Sep.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51177BB-7848-6E8A-D293-654E3D3D78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returned! Let Thomas know if you have any questions or concerns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on Thursday!!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that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216640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83385-6C8F-46CD-2B07-00E8119F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2A1F65C-6252-AE60-522B-8F061101A2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417B98D-521A-B9E3-4522-F6B1F5050BA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19036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838D9-B8D7-F507-D47B-1AF6B185D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93D2CD9-D310-A2CA-CA72-21A0F92B43C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8 - Thursday, Sep. 17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6CF8E07-0366-E560-1D68-CEDF596389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3814814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61D6-9202-84D1-E2E7-BEA1121F7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28F14D2-1243-1FB6-5A32-4EE1964E579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B7CA8AC-9611-9E9D-5F1E-A8227E9644F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23095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C366-68C6-B99E-A0D0-678FDE63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1217C3C-6FB3-06C0-0FD1-3530A32B8CC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9 - Tuesday, Sep. 22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64CE9E-5521-80ED-A7CE-CF16BF5644C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this Thursday!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Already completed it? How did it go? Any logistics issues or software bugs?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not already taken it? Good luck! You got this!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Everybody should have a reservation by now. If you don’t then you need to do that ASAP!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Looks like we generally won’t be able to get that back to you in time for quizzes due to the quick turnaround time.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your responsibility to check your answers with others, use AI if necessary, or come to OH to talk to course staff to ensure you understand the concepts.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714086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345D5-A940-D9D4-B5C4-5763246CE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768AEF2-414F-377F-6BA6-07B3ACC80F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10 - Thursday, Sep. 24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EF9F8FD-27B6-A362-EADF-4FC308C3CDC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done! How did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need to grade one question manually. Grades will be returned next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Need to brainstorm a regrades process which I will notify you about eventually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may have seen signups open for a makeup tomorrow. That is for students with prior permission only!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2034906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0152519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354998"/>
              </p:ext>
            </p:extLst>
          </p:nvPr>
        </p:nvGraphicFramePr>
        <p:xfrm>
          <a:off x="2548834" y="3478771"/>
          <a:ext cx="7255124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0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70.65%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40.00%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064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55.55%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078065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389918"/>
              </p:ext>
            </p:extLst>
          </p:nvPr>
        </p:nvGraphicFramePr>
        <p:xfrm>
          <a:off x="8062617" y="1002659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0738710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Rectangle 3">
            <a:extLst>
              <a:ext uri="{FF2B5EF4-FFF2-40B4-BE49-F238E27FC236}">
                <a16:creationId xmlns:a16="http://schemas.microsoft.com/office/drawing/2014/main" id="{43CE6A2D-8C72-768E-6CFF-93DD583C6C2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787301" y="1994037"/>
            <a:ext cx="1436816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Connections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9CEB34F-A4E3-4330-CEB1-A4F0D4DE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5271694"/>
              </p:ext>
            </p:extLst>
          </p:nvPr>
        </p:nvGraphicFramePr>
        <p:xfrm>
          <a:off x="8054758" y="1918631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25373</TotalTime>
  <Words>1702</Words>
  <Application>Microsoft Macintosh PowerPoint</Application>
  <PresentationFormat>Widescreen</PresentationFormat>
  <Paragraphs>208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Lecture 4 - Thursday, Sep. 3</vt:lpstr>
      <vt:lpstr>Lecture 5 - Tuesday, Sep. 8</vt:lpstr>
      <vt:lpstr>Lecture 6 - Thursday, Sep. 10</vt:lpstr>
      <vt:lpstr>Lecture 7 - Tuesday, Sep. 15</vt:lpstr>
      <vt:lpstr>Quiz 1 – Question Summary</vt:lpstr>
      <vt:lpstr>Lecture 8 - Thursday, Sep. 17</vt:lpstr>
      <vt:lpstr>Quiz 1 – Question Summary</vt:lpstr>
      <vt:lpstr>Lecture 9 - Tuesday, Sep. 22</vt:lpstr>
      <vt:lpstr>Lecture 10 - Thursday, Sep. 24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364</cp:revision>
  <dcterms:created xsi:type="dcterms:W3CDTF">2023-02-24T14:15:53Z</dcterms:created>
  <dcterms:modified xsi:type="dcterms:W3CDTF">2026-09-24T13:15:01Z</dcterms:modified>
</cp:coreProperties>
</file>