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4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1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61"/>
    <p:restoredTop sz="94223"/>
  </p:normalViewPr>
  <p:slideViewPr>
    <p:cSldViewPr snapToGrid="0" snapToObjects="1">
      <p:cViewPr varScale="1">
        <p:scale>
          <a:sx n="147" d="100"/>
          <a:sy n="147" d="100"/>
        </p:scale>
        <p:origin x="224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5.xml"/><Relationship Id="rId4" Type="http://schemas.openxmlformats.org/officeDocument/2006/relationships/tags" Target="../tags/tag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22412</TotalTime>
  <Words>1261</Words>
  <Application>Microsoft Macintosh PowerPoint</Application>
  <PresentationFormat>Widescreen</PresentationFormat>
  <Paragraphs>176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332</cp:revision>
  <dcterms:created xsi:type="dcterms:W3CDTF">2023-02-24T14:15:53Z</dcterms:created>
  <dcterms:modified xsi:type="dcterms:W3CDTF">2026-07-28T11:47:28Z</dcterms:modified>
</cp:coreProperties>
</file>