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13"/>
  </p:notesMasterIdLst>
  <p:sldIdLst>
    <p:sldId id="256" r:id="rId2"/>
    <p:sldId id="505" r:id="rId3"/>
    <p:sldId id="516" r:id="rId4"/>
    <p:sldId id="517" r:id="rId5"/>
    <p:sldId id="518" r:id="rId6"/>
    <p:sldId id="519" r:id="rId7"/>
    <p:sldId id="520" r:id="rId8"/>
    <p:sldId id="521" r:id="rId9"/>
    <p:sldId id="522" r:id="rId10"/>
    <p:sldId id="523" r:id="rId11"/>
    <p:sldId id="515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513"/>
    <p:restoredTop sz="94303"/>
  </p:normalViewPr>
  <p:slideViewPr>
    <p:cSldViewPr snapToGrid="0" snapToObjects="1">
      <p:cViewPr varScale="1">
        <p:scale>
          <a:sx n="148" d="100"/>
          <a:sy n="148" d="100"/>
        </p:scale>
        <p:origin x="232" y="6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9/15/26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313F670-7F9A-774D-B73D-573401E44297}" type="datetime1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DFB37-B0AE-9449-85EC-14F9C83B6084}" type="datetime1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124A-616E-6944-A21A-1839F5DBE7BB}" type="datetime1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9A026-D48C-FD43-8676-CD625DD5D84B}" type="datetime1">
              <a:rPr lang="en-US" smtClean="0"/>
              <a:t>9/15/26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5111E-23A3-1440-99A3-C4C665908E3D}" type="datetime1">
              <a:rPr lang="en-US" smtClean="0"/>
              <a:t>9/15/26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983B9-88EF-D74B-BA6D-6A3BF17C2B38}" type="datetime1">
              <a:rPr lang="en-US" smtClean="0"/>
              <a:t>9/15/26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00AEF-B4EC-084A-8DB8-A225C7981CBB}" type="datetime1">
              <a:rPr lang="en-US" smtClean="0"/>
              <a:t>9/15/26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60299-21CD-A94A-A7B0-44E787F8D42C}" type="datetime1">
              <a:rPr lang="en-US" smtClean="0"/>
              <a:t>9/15/26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D19CF-4E62-D246-BA61-7B528271315F}" type="datetime1">
              <a:rPr lang="en-US" smtClean="0"/>
              <a:t>9/15/26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F9669-A8A7-2D40-9D01-B35FC337AA30}" type="datetime1">
              <a:rPr lang="en-US" smtClean="0"/>
              <a:t>9/15/26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6CF18-F41B-6B48-B3E5-599E9795C2C3}" type="datetime1">
              <a:rPr lang="en-US" smtClean="0"/>
              <a:t>9/15/26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54854-6457-164F-A077-6B3035079B82}" type="datetime1">
              <a:rPr lang="en-US" smtClean="0"/>
              <a:t>9/15/26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DBFD7-E611-8C40-AC73-0C29FF63F0CD}" type="datetime1">
              <a:rPr lang="en-US" smtClean="0"/>
              <a:t>9/15/26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63B06-0493-2840-9F37-30C9412BBF17}" type="datetime1">
              <a:rPr lang="en-US" smtClean="0"/>
              <a:t>9/15/26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C0FA-8C46-E84D-B6D7-B673F2CA0A0E}" type="datetime1">
              <a:rPr lang="en-US" smtClean="0"/>
              <a:t>9/15/26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9CDE1-97B4-BF46-B69C-B86855B18820}" type="datetime1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1D3A4-F9E5-FD49-AA87-B395F50451DC}" type="datetime1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FF8978-FE14-CC4A-93A6-934EB06543C0}" type="datetime1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tags" Target="../tags/tag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.xml"/><Relationship Id="rId1" Type="http://schemas.openxmlformats.org/officeDocument/2006/relationships/tags" Target="../tags/tag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8.xml"/><Relationship Id="rId1" Type="http://schemas.openxmlformats.org/officeDocument/2006/relationships/tags" Target="../tags/tag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tags" Target="../tags/tag21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20.xml"/><Relationship Id="rId1" Type="http://schemas.openxmlformats.org/officeDocument/2006/relationships/tags" Target="../tags/tag19.xml"/><Relationship Id="rId6" Type="http://schemas.openxmlformats.org/officeDocument/2006/relationships/tags" Target="../tags/tag24.xml"/><Relationship Id="rId5" Type="http://schemas.openxmlformats.org/officeDocument/2006/relationships/tags" Target="../tags/tag23.xml"/><Relationship Id="rId4" Type="http://schemas.openxmlformats.org/officeDocument/2006/relationships/tags" Target="../tags/tag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CS3120 (DMT2)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Discrete Mathematics and Theory 2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2 - Thursday, Aug. 27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Any questions about course policies from last time?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 is due one week from today (Thursday)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you can get an extension by filling out form linked on HW page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Hopefully we get through enough material. Might be tight.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start module 0 which is a half review, half overview of what to expect in the course.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19291-25F8-18DA-FFB0-F2D78FAFA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C245597-867F-85D8-54E8-C994C2B86CC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3 - Tuesday, Sep. 1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CADA2C73-9E49-295C-F482-FE94D3E2E9E2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September, hopefully temp cools down soon?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 is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THIS Thursday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you can get an extension by filling out form linked on HW page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Hopefully we get through enough material. Might be tight.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make 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PrairieLearn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account NOW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is LIVE now. Make a reservation. You have until 9/11!!!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try to finish module 0 which is a half review, half overview of what to expect in the course.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3160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B1675-49DF-67C9-1FAF-5C9091368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BFB7E90-8A54-F2EA-2394-86E45E5E40AC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4 - Thursday, Sep. 3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7211D196-1060-AFCA-137B-4611930C381A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September, hopefully temp cools down soon?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 is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Tonight!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you can get an extension by filling out form linked on HW page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that we want count(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on_time_submissions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)/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num_students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&gt;= -.75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make 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PrairieLearn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account NOW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is LIVE now. Make a reservation. You have until 9/11!!!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the subject of changing /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missing reservations…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31081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C5B83-0D05-973D-10B8-618E40751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E00A8CCF-6475-47C1-2674-1A77A783997F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5 - Tuesday, Sep. 8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AD7214A-D852-5E38-8C7E-1CA40550B5C7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Weather is actually nice today! Hooray!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past due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Unless you took extension in which case you have until tonight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is currently being graded. We will be spot grading some Qs for correctness.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 homework, but you can start working on module 1 written assignment!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make 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PrairieLearn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account NOW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is LIVE now. Make a reservation. You have until 9/11!!!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added a CBTF FAQ, contains info about changing reservations (check webpage)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24518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F56D7-6C7F-69E1-753E-9EE25F64A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65F6D1A-0C39-2701-2A7D-5A983C8D9AA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6 - Thursday, Sep. 10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1BD10984-63D9-8622-4339-6AC9C6AE47D3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0 homework is almost graded. Sit tight.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 homework, but you can start working on module 1 written assignment!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been invited to the Prairie Learn / Test classes now. Please go in and accept the invitation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extended through 9/15 if you want to do it still.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(week after next)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will release a practice quiz on Prairie Learn. It is for controls / procedure mostly, not really meant to be content rich. Will be released early next week.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Sign ups for the first real quiz in CBTF should start next week as well.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08303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2F0E4-C58F-C5FB-CF85-889969DC2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E20399C6-7F38-7C99-A332-AB14ABCE2E53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7 - Tuesday, Sep. 15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A51177BB-7848-6E8A-D293-654E3D3D78A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0 homework has been returned! Let Thomas know if you have any questions or concerns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Written Assignment for Module 1 is due on Thursday!!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Study for the first quiz!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been invited to the Prairie Learn / Test. Please go in and accept the invitation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Prairie Learn now has a practice quiz that you can take to get used to the mechanics of the questions.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NEXT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Reservations are open NOW on Prairie Test. Please login and make your reservation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Overview of the questions is on the next slide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</p:txBody>
      </p:sp>
    </p:spTree>
    <p:extLst>
      <p:ext uri="{BB962C8B-B14F-4D97-AF65-F5344CB8AC3E}">
        <p14:creationId xmlns:p14="http://schemas.microsoft.com/office/powerpoint/2010/main" val="21664093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83385-6C8F-46CD-2B07-00E8119F8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32A1F65C-6252-AE60-522B-8F061101A2E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Quiz 1 – Question Summary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3417B98D-521A-B9E3-4522-F6B1F5050BA4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664842" y="1311217"/>
            <a:ext cx="8859140" cy="5202315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Q1: True / False Questions (10 of them)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Span the entire module, may reference module 0 material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Q2-3: Draw a DFA from description (2 of these)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language description, draw the DFA for that language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Q4-5: Write out regular expression from DFA (2 of these)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an image of a DFA, write the equivalent regular expression for it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study this concept TODAY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Q6: Pumping Lemma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Prove a language is not regular by using the pumping lemma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study this concept on THURSDAY</a:t>
            </a:r>
          </a:p>
        </p:txBody>
      </p:sp>
    </p:spTree>
    <p:extLst>
      <p:ext uri="{BB962C8B-B14F-4D97-AF65-F5344CB8AC3E}">
        <p14:creationId xmlns:p14="http://schemas.microsoft.com/office/powerpoint/2010/main" val="21903624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1838D9-B8D7-F507-D47B-1AF6B185D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793D2CD9-D310-A2CA-CA72-21A0F92B43CE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8 - Thursday, Sep. 17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E6CF8E07-0366-E560-1D68-CEDF596389F4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850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Written Assignment for Module 1 is due TONIGHT!!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Study for the first quiz!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been invited to the Prairie Learn / Test. Please accept the invitation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Prairie Learn now has a practice quiz you can take to get used to the mechanics of the questions.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NEXT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Reservations are open NOW on Prairie Test. Please login and make your reservation!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Overview of the questions is on the next slide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finish module 1 on regular languages.</a:t>
            </a:r>
          </a:p>
        </p:txBody>
      </p:sp>
    </p:spTree>
    <p:extLst>
      <p:ext uri="{BB962C8B-B14F-4D97-AF65-F5344CB8AC3E}">
        <p14:creationId xmlns:p14="http://schemas.microsoft.com/office/powerpoint/2010/main" val="38148147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F361D6-9202-84D1-E2E7-BEA1121F7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28F14D2-1243-1FB6-5A32-4EE1964E579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Quiz 1 – Question Summary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CB7CA8AC-9611-9E9D-5F1E-A8227E9644FC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664842" y="1311217"/>
            <a:ext cx="8859140" cy="5202315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Q1: True / False Questions (10 of them)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Span the entire module, may reference module 0 material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Q2-3: Draw a DFA from description (2 of these)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language description, draw the DFA for that language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Q4-5: Write out regular expression from DFA (2 of these)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an image of a DFA, write the equivalent regular expression for it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study this concept TODAY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Q6: Pumping Lemma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Prove a language is not regular by using the pumping lemma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study this concept on THURSDAY</a:t>
            </a:r>
          </a:p>
        </p:txBody>
      </p:sp>
    </p:spTree>
    <p:extLst>
      <p:ext uri="{BB962C8B-B14F-4D97-AF65-F5344CB8AC3E}">
        <p14:creationId xmlns:p14="http://schemas.microsoft.com/office/powerpoint/2010/main" val="22309558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Status of Attendance Grade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29082" y="1040465"/>
            <a:ext cx="1995777" cy="7330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9:30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DF2E0C1-FE2C-6A4C-AC9C-AF830C636549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200647" y="2779149"/>
            <a:ext cx="4214192" cy="687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HW On-Time 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55BF833-0DB4-B04F-B026-932C0FF8E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8593800"/>
              </p:ext>
            </p:extLst>
          </p:nvPr>
        </p:nvGraphicFramePr>
        <p:xfrm>
          <a:off x="3053295" y="96505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BEE8E84-72F1-424D-90EC-32A0B6B6C5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3054135"/>
              </p:ext>
            </p:extLst>
          </p:nvPr>
        </p:nvGraphicFramePr>
        <p:xfrm>
          <a:off x="2548834" y="3478771"/>
          <a:ext cx="7255124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461">
                  <a:extLst>
                    <a:ext uri="{9D8B030D-6E8A-4147-A177-3AD203B41FA5}">
                      <a16:colId xmlns:a16="http://schemas.microsoft.com/office/drawing/2014/main" val="3153816687"/>
                    </a:ext>
                  </a:extLst>
                </a:gridCol>
                <a:gridCol w="1582310">
                  <a:extLst>
                    <a:ext uri="{9D8B030D-6E8A-4147-A177-3AD203B41FA5}">
                      <a16:colId xmlns:a16="http://schemas.microsoft.com/office/drawing/2014/main" val="218493645"/>
                    </a:ext>
                  </a:extLst>
                </a:gridCol>
                <a:gridCol w="1661822">
                  <a:extLst>
                    <a:ext uri="{9D8B030D-6E8A-4147-A177-3AD203B41FA5}">
                      <a16:colId xmlns:a16="http://schemas.microsoft.com/office/drawing/2014/main" val="356281106"/>
                    </a:ext>
                  </a:extLst>
                </a:gridCol>
                <a:gridCol w="1709531">
                  <a:extLst>
                    <a:ext uri="{9D8B030D-6E8A-4147-A177-3AD203B41FA5}">
                      <a16:colId xmlns:a16="http://schemas.microsoft.com/office/drawing/2014/main" val="2034024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HW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On-Time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Total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1568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1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70.65%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071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9653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2: Programming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707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3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044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4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9239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/>
                        <a:t>TOTAL: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70.65%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6459917"/>
                  </a:ext>
                </a:extLst>
              </a:tr>
            </a:tbl>
          </a:graphicData>
        </a:graphic>
      </p:graphicFrame>
      <p:sp>
        <p:nvSpPr>
          <p:cNvPr id="8" name="Rectangle 3">
            <a:extLst>
              <a:ext uri="{FF2B5EF4-FFF2-40B4-BE49-F238E27FC236}">
                <a16:creationId xmlns:a16="http://schemas.microsoft.com/office/drawing/2014/main" id="{B978E73F-4A42-474F-AD3F-6BBF1391C7E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914097" y="1078065"/>
            <a:ext cx="1251889" cy="73306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Wordle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6D59FFC-9847-3D4A-A64C-B398DB590D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1389918"/>
              </p:ext>
            </p:extLst>
          </p:nvPr>
        </p:nvGraphicFramePr>
        <p:xfrm>
          <a:off x="8062617" y="1002659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F261EF31-6054-E2A5-1B38-CE7F8FAA8C64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129082" y="1979295"/>
            <a:ext cx="1995777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11:00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0053670-A7F1-B4AB-DDE6-53F76EEC68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2790351"/>
              </p:ext>
            </p:extLst>
          </p:nvPr>
        </p:nvGraphicFramePr>
        <p:xfrm>
          <a:off x="3053295" y="190388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7" name="Rectangle 3">
            <a:extLst>
              <a:ext uri="{FF2B5EF4-FFF2-40B4-BE49-F238E27FC236}">
                <a16:creationId xmlns:a16="http://schemas.microsoft.com/office/drawing/2014/main" id="{43CE6A2D-8C72-768E-6CFF-93DD583C6C20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6787301" y="1994037"/>
            <a:ext cx="1436816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400" b="1" i="1" u="sng" dirty="0">
                <a:latin typeface="Arial" panose="020B0604020202020204" pitchFamily="34" charset="0"/>
                <a:cs typeface="Arial" panose="020B0604020202020204" pitchFamily="34" charset="0"/>
              </a:rPr>
              <a:t>Connections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39CEB34F-A4E3-4330-CEB1-A4F0D4DE6D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5271694"/>
              </p:ext>
            </p:extLst>
          </p:nvPr>
        </p:nvGraphicFramePr>
        <p:xfrm>
          <a:off x="8054758" y="1918631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487163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25356</TotalTime>
  <Words>1316</Words>
  <Application>Microsoft Macintosh PowerPoint</Application>
  <PresentationFormat>Widescreen</PresentationFormat>
  <Paragraphs>172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Tw Cen MT</vt:lpstr>
      <vt:lpstr>Circuit</vt:lpstr>
      <vt:lpstr>CS3120 (DMT2) Daily Announcements</vt:lpstr>
      <vt:lpstr>Lecture 2 - Thursday, Aug. 27</vt:lpstr>
      <vt:lpstr>Lecture 3 - Tuesday, Sep. 1</vt:lpstr>
      <vt:lpstr>Lecture 4 - Thursday, Sep. 3</vt:lpstr>
      <vt:lpstr>Lecture 5 - Tuesday, Sep. 8</vt:lpstr>
      <vt:lpstr>Lecture 6 - Thursday, Sep. 10</vt:lpstr>
      <vt:lpstr>Lecture 7 - Tuesday, Sep. 15</vt:lpstr>
      <vt:lpstr>Quiz 1 – Question Summary</vt:lpstr>
      <vt:lpstr>Lecture 8 - Thursday, Sep. 17</vt:lpstr>
      <vt:lpstr>Quiz 1 – Question Summary</vt:lpstr>
      <vt:lpstr>Status of Attendance Grade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360</cp:revision>
  <dcterms:created xsi:type="dcterms:W3CDTF">2023-02-24T14:15:53Z</dcterms:created>
  <dcterms:modified xsi:type="dcterms:W3CDTF">2026-09-17T12:08:57Z</dcterms:modified>
</cp:coreProperties>
</file>