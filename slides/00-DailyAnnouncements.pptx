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7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8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075703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536635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55.55%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303257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374298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87295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25388</TotalTime>
  <Words>2099</Words>
  <Application>Microsoft Macintosh PowerPoint</Application>
  <PresentationFormat>Widescreen</PresentationFormat>
  <Paragraphs>246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367</cp:revision>
  <dcterms:created xsi:type="dcterms:W3CDTF">2023-02-24T14:15:53Z</dcterms:created>
  <dcterms:modified xsi:type="dcterms:W3CDTF">2026-10-01T13:13:07Z</dcterms:modified>
</cp:coreProperties>
</file>