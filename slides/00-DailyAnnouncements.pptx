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1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1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9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9.xml"/><Relationship Id="rId4" Type="http://schemas.openxmlformats.org/officeDocument/2006/relationships/tags" Target="../tags/tag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22410</TotalTime>
  <Words>894</Words>
  <Application>Microsoft Macintosh PowerPoint</Application>
  <PresentationFormat>Widescreen</PresentationFormat>
  <Paragraphs>136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326</cp:revision>
  <dcterms:created xsi:type="dcterms:W3CDTF">2023-02-24T14:15:53Z</dcterms:created>
  <dcterms:modified xsi:type="dcterms:W3CDTF">2026-07-22T13:22:12Z</dcterms:modified>
</cp:coreProperties>
</file>